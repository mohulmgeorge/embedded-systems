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6"/>
  </p:notesMasterIdLst>
  <p:sldIdLst>
    <p:sldId id="256" r:id="rId2"/>
    <p:sldId id="310" r:id="rId3"/>
    <p:sldId id="311" r:id="rId4"/>
    <p:sldId id="264" r:id="rId5"/>
  </p:sldIdLst>
  <p:sldSz cx="9144000" cy="5143500" type="screen16x9"/>
  <p:notesSz cx="6858000" cy="9144000"/>
  <p:embeddedFontLst>
    <p:embeddedFont>
      <p:font typeface="Anek Malayalam" panose="020B0604020202020204" charset="0"/>
      <p:regular r:id="rId7"/>
      <p:bold r:id="rId8"/>
    </p:embeddedFont>
    <p:embeddedFont>
      <p:font typeface="Anek Malayalam SemiBold" panose="020B0604020202020204" charset="0"/>
      <p:regular r:id="rId9"/>
      <p:bold r:id="rId10"/>
    </p:embeddedFont>
    <p:embeddedFont>
      <p:font typeface="Helvetica Neue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2FF6BD-B0D0-4950-BCBB-26D806AB333A}" v="5" dt="2025-10-22T13:38:06.6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B4F392D-EAB3-4CE7-903E-F84869825F47}"/>
    <pc:docChg chg="undo custSel addSld delSld modSld sldOrd">
      <pc:chgData name="Sreejith Rajan" userId="ec11bca0e4bee75f" providerId="LiveId" clId="{7B4F392D-EAB3-4CE7-903E-F84869825F47}" dt="2025-10-22T14:21:17.098" v="5493" actId="20577"/>
      <pc:docMkLst>
        <pc:docMk/>
      </pc:docMkLst>
      <pc:sldChg chg="modSp mod">
        <pc:chgData name="Sreejith Rajan" userId="ec11bca0e4bee75f" providerId="LiveId" clId="{7B4F392D-EAB3-4CE7-903E-F84869825F47}" dt="2025-10-22T14:12:21.003" v="5429" actId="20577"/>
        <pc:sldMkLst>
          <pc:docMk/>
          <pc:sldMk cId="0" sldId="256"/>
        </pc:sldMkLst>
        <pc:spChg chg="mod">
          <ac:chgData name="Sreejith Rajan" userId="ec11bca0e4bee75f" providerId="LiveId" clId="{7B4F392D-EAB3-4CE7-903E-F84869825F47}" dt="2025-10-22T14:12:21.003" v="5429" actId="20577"/>
          <ac:spMkLst>
            <pc:docMk/>
            <pc:sldMk cId="0" sldId="256"/>
            <ac:spMk id="33" creationId="{00000000-0000-0000-0000-000000000000}"/>
          </ac:spMkLst>
        </pc:spChg>
      </pc:sldChg>
      <pc:sldChg chg="addSp modSp del mod">
        <pc:chgData name="Sreejith Rajan" userId="ec11bca0e4bee75f" providerId="LiveId" clId="{7B4F392D-EAB3-4CE7-903E-F84869825F47}" dt="2025-09-26T13:36:34.936" v="1819" actId="47"/>
        <pc:sldMkLst>
          <pc:docMk/>
          <pc:sldMk cId="0" sldId="258"/>
        </pc:sldMkLst>
      </pc:sldChg>
      <pc:sldChg chg="addSp delSp modSp add del mod ord">
        <pc:chgData name="Sreejith Rajan" userId="ec11bca0e4bee75f" providerId="LiveId" clId="{7B4F392D-EAB3-4CE7-903E-F84869825F47}" dt="2025-09-26T13:36:37.995" v="1822" actId="47"/>
        <pc:sldMkLst>
          <pc:docMk/>
          <pc:sldMk cId="1389626550" sldId="267"/>
        </pc:sldMkLst>
      </pc:sldChg>
      <pc:sldChg chg="addSp delSp modSp del mod">
        <pc:chgData name="Sreejith Rajan" userId="ec11bca0e4bee75f" providerId="LiveId" clId="{7B4F392D-EAB3-4CE7-903E-F84869825F47}" dt="2025-09-29T13:47:37.003" v="2823" actId="2696"/>
        <pc:sldMkLst>
          <pc:docMk/>
          <pc:sldMk cId="2517281589" sldId="274"/>
        </pc:sldMkLst>
      </pc:sldChg>
      <pc:sldChg chg="modSp del mod ord">
        <pc:chgData name="Sreejith Rajan" userId="ec11bca0e4bee75f" providerId="LiveId" clId="{7B4F392D-EAB3-4CE7-903E-F84869825F47}" dt="2025-09-26T13:36:34.298" v="1818" actId="47"/>
        <pc:sldMkLst>
          <pc:docMk/>
          <pc:sldMk cId="682396941" sldId="282"/>
        </pc:sldMkLst>
      </pc:sldChg>
      <pc:sldChg chg="addSp modSp del mod ord">
        <pc:chgData name="Sreejith Rajan" userId="ec11bca0e4bee75f" providerId="LiveId" clId="{7B4F392D-EAB3-4CE7-903E-F84869825F47}" dt="2025-09-26T13:36:36.779" v="1821" actId="47"/>
        <pc:sldMkLst>
          <pc:docMk/>
          <pc:sldMk cId="3362503428" sldId="283"/>
        </pc:sldMkLst>
      </pc:sldChg>
      <pc:sldChg chg="addSp delSp modSp del mod">
        <pc:chgData name="Sreejith Rajan" userId="ec11bca0e4bee75f" providerId="LiveId" clId="{7B4F392D-EAB3-4CE7-903E-F84869825F47}" dt="2025-09-26T13:36:35.786" v="1820" actId="47"/>
        <pc:sldMkLst>
          <pc:docMk/>
          <pc:sldMk cId="2771709912" sldId="285"/>
        </pc:sldMkLst>
      </pc:sldChg>
      <pc:sldChg chg="delSp del mod">
        <pc:chgData name="Sreejith Rajan" userId="ec11bca0e4bee75f" providerId="LiveId" clId="{7B4F392D-EAB3-4CE7-903E-F84869825F47}" dt="2025-09-19T08:54:52.742" v="755" actId="47"/>
        <pc:sldMkLst>
          <pc:docMk/>
          <pc:sldMk cId="321485736" sldId="286"/>
        </pc:sldMkLst>
      </pc:sldChg>
      <pc:sldChg chg="addSp delSp modSp del mod">
        <pc:chgData name="Sreejith Rajan" userId="ec11bca0e4bee75f" providerId="LiveId" clId="{7B4F392D-EAB3-4CE7-903E-F84869825F47}" dt="2025-10-22T13:54:50.392" v="5396" actId="47"/>
        <pc:sldMkLst>
          <pc:docMk/>
          <pc:sldMk cId="3959199433" sldId="287"/>
        </pc:sldMkLst>
      </pc:sldChg>
      <pc:sldChg chg="del">
        <pc:chgData name="Sreejith Rajan" userId="ec11bca0e4bee75f" providerId="LiveId" clId="{7B4F392D-EAB3-4CE7-903E-F84869825F47}" dt="2025-09-19T09:13:31.674" v="1068" actId="47"/>
        <pc:sldMkLst>
          <pc:docMk/>
          <pc:sldMk cId="1933302962" sldId="288"/>
        </pc:sldMkLst>
      </pc:sldChg>
      <pc:sldChg chg="del">
        <pc:chgData name="Sreejith Rajan" userId="ec11bca0e4bee75f" providerId="LiveId" clId="{7B4F392D-EAB3-4CE7-903E-F84869825F47}" dt="2025-09-19T09:13:25.785" v="1067" actId="47"/>
        <pc:sldMkLst>
          <pc:docMk/>
          <pc:sldMk cId="1380718396" sldId="289"/>
        </pc:sldMkLst>
      </pc:sldChg>
      <pc:sldChg chg="addSp delSp modSp add del mod">
        <pc:chgData name="Sreejith Rajan" userId="ec11bca0e4bee75f" providerId="LiveId" clId="{7B4F392D-EAB3-4CE7-903E-F84869825F47}" dt="2025-09-26T13:36:40.310" v="1825" actId="47"/>
        <pc:sldMkLst>
          <pc:docMk/>
          <pc:sldMk cId="4163967858" sldId="290"/>
        </pc:sldMkLst>
      </pc:sldChg>
      <pc:sldChg chg="delSp modSp add del mod">
        <pc:chgData name="Sreejith Rajan" userId="ec11bca0e4bee75f" providerId="LiveId" clId="{7B4F392D-EAB3-4CE7-903E-F84869825F47}" dt="2025-09-26T13:36:39.459" v="1824" actId="47"/>
        <pc:sldMkLst>
          <pc:docMk/>
          <pc:sldMk cId="3054169711" sldId="291"/>
        </pc:sldMkLst>
      </pc:sldChg>
      <pc:sldChg chg="addSp delSp modSp add del mod">
        <pc:chgData name="Sreejith Rajan" userId="ec11bca0e4bee75f" providerId="LiveId" clId="{7B4F392D-EAB3-4CE7-903E-F84869825F47}" dt="2025-10-08T05:49:28.700" v="4629" actId="47"/>
        <pc:sldMkLst>
          <pc:docMk/>
          <pc:sldMk cId="1690133944" sldId="292"/>
        </pc:sldMkLst>
      </pc:sldChg>
      <pc:sldChg chg="delSp modSp add del mod ord">
        <pc:chgData name="Sreejith Rajan" userId="ec11bca0e4bee75f" providerId="LiveId" clId="{7B4F392D-EAB3-4CE7-903E-F84869825F47}" dt="2025-09-26T13:36:33.418" v="1817" actId="47"/>
        <pc:sldMkLst>
          <pc:docMk/>
          <pc:sldMk cId="1886088078" sldId="293"/>
        </pc:sldMkLst>
      </pc:sldChg>
      <pc:sldChg chg="modSp add del mod">
        <pc:chgData name="Sreejith Rajan" userId="ec11bca0e4bee75f" providerId="LiveId" clId="{7B4F392D-EAB3-4CE7-903E-F84869825F47}" dt="2025-10-06T11:07:57.795" v="4399" actId="47"/>
        <pc:sldMkLst>
          <pc:docMk/>
          <pc:sldMk cId="3780731234" sldId="293"/>
        </pc:sldMkLst>
      </pc:sldChg>
      <pc:sldChg chg="addSp delSp modSp add del mod">
        <pc:chgData name="Sreejith Rajan" userId="ec11bca0e4bee75f" providerId="LiveId" clId="{7B4F392D-EAB3-4CE7-903E-F84869825F47}" dt="2025-09-26T13:36:38.704" v="1823" actId="47"/>
        <pc:sldMkLst>
          <pc:docMk/>
          <pc:sldMk cId="812141662" sldId="294"/>
        </pc:sldMkLst>
      </pc:sldChg>
      <pc:sldChg chg="addSp delSp modSp add del mod">
        <pc:chgData name="Sreejith Rajan" userId="ec11bca0e4bee75f" providerId="LiveId" clId="{7B4F392D-EAB3-4CE7-903E-F84869825F47}" dt="2025-10-08T05:49:26.593" v="4628" actId="47"/>
        <pc:sldMkLst>
          <pc:docMk/>
          <pc:sldMk cId="2315289045" sldId="294"/>
        </pc:sldMkLst>
      </pc:sldChg>
      <pc:sldChg chg="new del">
        <pc:chgData name="Sreejith Rajan" userId="ec11bca0e4bee75f" providerId="LiveId" clId="{7B4F392D-EAB3-4CE7-903E-F84869825F47}" dt="2025-09-19T09:29:05.345" v="1574" actId="680"/>
        <pc:sldMkLst>
          <pc:docMk/>
          <pc:sldMk cId="4185100054" sldId="294"/>
        </pc:sldMkLst>
      </pc:sldChg>
      <pc:sldChg chg="addSp delSp modSp add del mod">
        <pc:chgData name="Sreejith Rajan" userId="ec11bca0e4bee75f" providerId="LiveId" clId="{7B4F392D-EAB3-4CE7-903E-F84869825F47}" dt="2025-10-08T05:49:12.429" v="4621" actId="47"/>
        <pc:sldMkLst>
          <pc:docMk/>
          <pc:sldMk cId="61760651" sldId="295"/>
        </pc:sldMkLst>
      </pc:sldChg>
      <pc:sldChg chg="addSp delSp modSp add del mod">
        <pc:chgData name="Sreejith Rajan" userId="ec11bca0e4bee75f" providerId="LiveId" clId="{7B4F392D-EAB3-4CE7-903E-F84869825F47}" dt="2025-10-06T11:07:51.677" v="4397" actId="47"/>
        <pc:sldMkLst>
          <pc:docMk/>
          <pc:sldMk cId="1080415345" sldId="296"/>
        </pc:sldMkLst>
      </pc:sldChg>
      <pc:sldChg chg="modSp add del mod">
        <pc:chgData name="Sreejith Rajan" userId="ec11bca0e4bee75f" providerId="LiveId" clId="{7B4F392D-EAB3-4CE7-903E-F84869825F47}" dt="2025-10-06T11:08:00.105" v="4400" actId="47"/>
        <pc:sldMkLst>
          <pc:docMk/>
          <pc:sldMk cId="2067657878" sldId="297"/>
        </pc:sldMkLst>
      </pc:sldChg>
      <pc:sldChg chg="delSp modSp add del mod">
        <pc:chgData name="Sreejith Rajan" userId="ec11bca0e4bee75f" providerId="LiveId" clId="{7B4F392D-EAB3-4CE7-903E-F84869825F47}" dt="2025-10-06T11:08:01.614" v="4401" actId="47"/>
        <pc:sldMkLst>
          <pc:docMk/>
          <pc:sldMk cId="2603797813" sldId="298"/>
        </pc:sldMkLst>
      </pc:sldChg>
      <pc:sldChg chg="modSp add del">
        <pc:chgData name="Sreejith Rajan" userId="ec11bca0e4bee75f" providerId="LiveId" clId="{7B4F392D-EAB3-4CE7-903E-F84869825F47}" dt="2025-10-06T11:08:02.737" v="4402" actId="47"/>
        <pc:sldMkLst>
          <pc:docMk/>
          <pc:sldMk cId="1429475194" sldId="299"/>
        </pc:sldMkLst>
      </pc:sldChg>
      <pc:sldChg chg="addSp delSp modSp add del mod">
        <pc:chgData name="Sreejith Rajan" userId="ec11bca0e4bee75f" providerId="LiveId" clId="{7B4F392D-EAB3-4CE7-903E-F84869825F47}" dt="2025-10-06T11:07:55.138" v="4398" actId="47"/>
        <pc:sldMkLst>
          <pc:docMk/>
          <pc:sldMk cId="1510049413" sldId="300"/>
        </pc:sldMkLst>
      </pc:sldChg>
      <pc:sldChg chg="modSp add del mod">
        <pc:chgData name="Sreejith Rajan" userId="ec11bca0e4bee75f" providerId="LiveId" clId="{7B4F392D-EAB3-4CE7-903E-F84869825F47}" dt="2025-10-01T12:17:55.896" v="3652" actId="47"/>
        <pc:sldMkLst>
          <pc:docMk/>
          <pc:sldMk cId="2943669043" sldId="300"/>
        </pc:sldMkLst>
      </pc:sldChg>
      <pc:sldChg chg="addSp delSp modSp new del mod">
        <pc:chgData name="Sreejith Rajan" userId="ec11bca0e4bee75f" providerId="LiveId" clId="{7B4F392D-EAB3-4CE7-903E-F84869825F47}" dt="2025-10-08T05:49:24.917" v="4627" actId="47"/>
        <pc:sldMkLst>
          <pc:docMk/>
          <pc:sldMk cId="1882726736" sldId="301"/>
        </pc:sldMkLst>
      </pc:sldChg>
      <pc:sldChg chg="addSp delSp modSp new del mod">
        <pc:chgData name="Sreejith Rajan" userId="ec11bca0e4bee75f" providerId="LiveId" clId="{7B4F392D-EAB3-4CE7-903E-F84869825F47}" dt="2025-10-01T12:18:53.152" v="3654" actId="47"/>
        <pc:sldMkLst>
          <pc:docMk/>
          <pc:sldMk cId="3650779004" sldId="301"/>
        </pc:sldMkLst>
      </pc:sldChg>
      <pc:sldChg chg="modSp add del mod">
        <pc:chgData name="Sreejith Rajan" userId="ec11bca0e4bee75f" providerId="LiveId" clId="{7B4F392D-EAB3-4CE7-903E-F84869825F47}" dt="2025-10-08T05:49:23.540" v="4626" actId="47"/>
        <pc:sldMkLst>
          <pc:docMk/>
          <pc:sldMk cId="2181586980" sldId="302"/>
        </pc:sldMkLst>
      </pc:sldChg>
      <pc:sldChg chg="addSp delSp modSp add del mod">
        <pc:chgData name="Sreejith Rajan" userId="ec11bca0e4bee75f" providerId="LiveId" clId="{7B4F392D-EAB3-4CE7-903E-F84869825F47}" dt="2025-10-01T12:18:55.653" v="3655" actId="47"/>
        <pc:sldMkLst>
          <pc:docMk/>
          <pc:sldMk cId="3714944730" sldId="302"/>
        </pc:sldMkLst>
      </pc:sldChg>
      <pc:sldChg chg="addSp delSp modSp add del mod">
        <pc:chgData name="Sreejith Rajan" userId="ec11bca0e4bee75f" providerId="LiveId" clId="{7B4F392D-EAB3-4CE7-903E-F84869825F47}" dt="2025-10-08T05:49:21.180" v="4625" actId="47"/>
        <pc:sldMkLst>
          <pc:docMk/>
          <pc:sldMk cId="456415416" sldId="303"/>
        </pc:sldMkLst>
      </pc:sldChg>
      <pc:sldChg chg="addSp delSp modSp add del mod">
        <pc:chgData name="Sreejith Rajan" userId="ec11bca0e4bee75f" providerId="LiveId" clId="{7B4F392D-EAB3-4CE7-903E-F84869825F47}" dt="2025-10-08T05:49:16.956" v="4623" actId="47"/>
        <pc:sldMkLst>
          <pc:docMk/>
          <pc:sldMk cId="681132800" sldId="304"/>
        </pc:sldMkLst>
      </pc:sldChg>
      <pc:sldChg chg="addSp delSp modSp add del mod">
        <pc:chgData name="Sreejith Rajan" userId="ec11bca0e4bee75f" providerId="LiveId" clId="{7B4F392D-EAB3-4CE7-903E-F84869825F47}" dt="2025-10-08T05:49:14.973" v="4622" actId="47"/>
        <pc:sldMkLst>
          <pc:docMk/>
          <pc:sldMk cId="3947435229" sldId="305"/>
        </pc:sldMkLst>
      </pc:sldChg>
      <pc:sldChg chg="addSp delSp modSp add del mod">
        <pc:chgData name="Sreejith Rajan" userId="ec11bca0e4bee75f" providerId="LiveId" clId="{7B4F392D-EAB3-4CE7-903E-F84869825F47}" dt="2025-10-22T13:54:55.205" v="5398" actId="47"/>
        <pc:sldMkLst>
          <pc:docMk/>
          <pc:sldMk cId="4264035287" sldId="306"/>
        </pc:sldMkLst>
      </pc:sldChg>
      <pc:sldChg chg="addSp delSp modSp add del mod">
        <pc:chgData name="Sreejith Rajan" userId="ec11bca0e4bee75f" providerId="LiveId" clId="{7B4F392D-EAB3-4CE7-903E-F84869825F47}" dt="2025-10-22T13:54:57.337" v="5399" actId="47"/>
        <pc:sldMkLst>
          <pc:docMk/>
          <pc:sldMk cId="3122419039" sldId="307"/>
        </pc:sldMkLst>
      </pc:sldChg>
      <pc:sldChg chg="addSp delSp modSp add del mod">
        <pc:chgData name="Sreejith Rajan" userId="ec11bca0e4bee75f" providerId="LiveId" clId="{7B4F392D-EAB3-4CE7-903E-F84869825F47}" dt="2025-10-22T13:54:59.241" v="5400" actId="47"/>
        <pc:sldMkLst>
          <pc:docMk/>
          <pc:sldMk cId="4003320701" sldId="308"/>
        </pc:sldMkLst>
      </pc:sldChg>
      <pc:sldChg chg="addSp delSp modSp add del mod">
        <pc:chgData name="Sreejith Rajan" userId="ec11bca0e4bee75f" providerId="LiveId" clId="{7B4F392D-EAB3-4CE7-903E-F84869825F47}" dt="2025-10-22T13:55:01.285" v="5401" actId="47"/>
        <pc:sldMkLst>
          <pc:docMk/>
          <pc:sldMk cId="2237710589" sldId="309"/>
        </pc:sldMkLst>
      </pc:sldChg>
      <pc:sldChg chg="addSp delSp modSp add mod ord">
        <pc:chgData name="Sreejith Rajan" userId="ec11bca0e4bee75f" providerId="LiveId" clId="{7B4F392D-EAB3-4CE7-903E-F84869825F47}" dt="2025-10-22T14:14:54.711" v="5490" actId="1076"/>
        <pc:sldMkLst>
          <pc:docMk/>
          <pc:sldMk cId="1438249901" sldId="310"/>
        </pc:sldMkLst>
        <pc:spChg chg="del mod">
          <ac:chgData name="Sreejith Rajan" userId="ec11bca0e4bee75f" providerId="LiveId" clId="{7B4F392D-EAB3-4CE7-903E-F84869825F47}" dt="2025-10-22T13:33:10.912" v="5305" actId="478"/>
          <ac:spMkLst>
            <pc:docMk/>
            <pc:sldMk cId="1438249901" sldId="310"/>
            <ac:spMk id="2" creationId="{0545BD21-A9FB-C87C-6FF7-E8F14B767E28}"/>
          </ac:spMkLst>
        </pc:spChg>
        <pc:spChg chg="mod">
          <ac:chgData name="Sreejith Rajan" userId="ec11bca0e4bee75f" providerId="LiveId" clId="{7B4F392D-EAB3-4CE7-903E-F84869825F47}" dt="2025-10-22T14:14:54.711" v="5490" actId="1076"/>
          <ac:spMkLst>
            <pc:docMk/>
            <pc:sldMk cId="1438249901" sldId="310"/>
            <ac:spMk id="3" creationId="{81FBEAC1-5C44-3BF3-C4C6-F8BD52CC6144}"/>
          </ac:spMkLst>
        </pc:spChg>
        <pc:graphicFrameChg chg="add del mod">
          <ac:chgData name="Sreejith Rajan" userId="ec11bca0e4bee75f" providerId="LiveId" clId="{7B4F392D-EAB3-4CE7-903E-F84869825F47}" dt="2025-10-22T13:32:08.812" v="5297" actId="478"/>
          <ac:graphicFrameMkLst>
            <pc:docMk/>
            <pc:sldMk cId="1438249901" sldId="310"/>
            <ac:graphicFrameMk id="4" creationId="{03AD3378-6E0A-A26A-0CCA-75A1D53459EB}"/>
          </ac:graphicFrameMkLst>
        </pc:graphicFrameChg>
        <pc:graphicFrameChg chg="add mod modGraphic">
          <ac:chgData name="Sreejith Rajan" userId="ec11bca0e4bee75f" providerId="LiveId" clId="{7B4F392D-EAB3-4CE7-903E-F84869825F47}" dt="2025-10-22T14:14:50.375" v="5489" actId="122"/>
          <ac:graphicFrameMkLst>
            <pc:docMk/>
            <pc:sldMk cId="1438249901" sldId="310"/>
            <ac:graphicFrameMk id="5" creationId="{11F444C7-EDB4-57A4-DD68-96DCF1FF3891}"/>
          </ac:graphicFrameMkLst>
        </pc:graphicFrameChg>
      </pc:sldChg>
      <pc:sldChg chg="add del">
        <pc:chgData name="Sreejith Rajan" userId="ec11bca0e4bee75f" providerId="LiveId" clId="{7B4F392D-EAB3-4CE7-903E-F84869825F47}" dt="2025-10-06T12:54:14.233" v="4546" actId="47"/>
        <pc:sldMkLst>
          <pc:docMk/>
          <pc:sldMk cId="4077827766" sldId="310"/>
        </pc:sldMkLst>
      </pc:sldChg>
      <pc:sldChg chg="addSp delSp modSp add del mod">
        <pc:chgData name="Sreejith Rajan" userId="ec11bca0e4bee75f" providerId="LiveId" clId="{7B4F392D-EAB3-4CE7-903E-F84869825F47}" dt="2025-10-08T05:49:18.592" v="4624" actId="47"/>
        <pc:sldMkLst>
          <pc:docMk/>
          <pc:sldMk cId="3564116750" sldId="311"/>
        </pc:sldMkLst>
      </pc:sldChg>
      <pc:sldChg chg="addSp delSp modSp add mod">
        <pc:chgData name="Sreejith Rajan" userId="ec11bca0e4bee75f" providerId="LiveId" clId="{7B4F392D-EAB3-4CE7-903E-F84869825F47}" dt="2025-10-22T14:21:17.098" v="5493" actId="20577"/>
        <pc:sldMkLst>
          <pc:docMk/>
          <pc:sldMk cId="3603331044" sldId="311"/>
        </pc:sldMkLst>
        <pc:spChg chg="del mod">
          <ac:chgData name="Sreejith Rajan" userId="ec11bca0e4bee75f" providerId="LiveId" clId="{7B4F392D-EAB3-4CE7-903E-F84869825F47}" dt="2025-10-22T13:37:12.626" v="5351" actId="478"/>
          <ac:spMkLst>
            <pc:docMk/>
            <pc:sldMk cId="3603331044" sldId="311"/>
            <ac:spMk id="2" creationId="{C406FC51-F050-974A-1895-D0268A085F41}"/>
          </ac:spMkLst>
        </pc:spChg>
        <pc:spChg chg="mod">
          <ac:chgData name="Sreejith Rajan" userId="ec11bca0e4bee75f" providerId="LiveId" clId="{7B4F392D-EAB3-4CE7-903E-F84869825F47}" dt="2025-10-22T13:38:17.099" v="5380" actId="20577"/>
          <ac:spMkLst>
            <pc:docMk/>
            <pc:sldMk cId="3603331044" sldId="311"/>
            <ac:spMk id="3" creationId="{217410D7-D160-3664-1380-6B61F71790CB}"/>
          </ac:spMkLst>
        </pc:spChg>
        <pc:spChg chg="add del mod">
          <ac:chgData name="Sreejith Rajan" userId="ec11bca0e4bee75f" providerId="LiveId" clId="{7B4F392D-EAB3-4CE7-903E-F84869825F47}" dt="2025-10-22T13:37:15.671" v="5352" actId="478"/>
          <ac:spMkLst>
            <pc:docMk/>
            <pc:sldMk cId="3603331044" sldId="311"/>
            <ac:spMk id="5" creationId="{3B70C6F8-EDE1-6FBA-8868-A636686A0C48}"/>
          </ac:spMkLst>
        </pc:spChg>
        <pc:graphicFrameChg chg="add mod modGraphic">
          <ac:chgData name="Sreejith Rajan" userId="ec11bca0e4bee75f" providerId="LiveId" clId="{7B4F392D-EAB3-4CE7-903E-F84869825F47}" dt="2025-10-22T14:21:17.098" v="5493" actId="20577"/>
          <ac:graphicFrameMkLst>
            <pc:docMk/>
            <pc:sldMk cId="3603331044" sldId="311"/>
            <ac:graphicFrameMk id="6" creationId="{22B1F290-DB5D-8299-68D6-523CAAE06CDD}"/>
          </ac:graphicFrameMkLst>
        </pc:graphicFrameChg>
      </pc:sldChg>
      <pc:sldChg chg="delSp modSp add del mod">
        <pc:chgData name="Sreejith Rajan" userId="ec11bca0e4bee75f" providerId="LiveId" clId="{7B4F392D-EAB3-4CE7-903E-F84869825F47}" dt="2025-10-22T13:54:53.503" v="5397" actId="47"/>
        <pc:sldMkLst>
          <pc:docMk/>
          <pc:sldMk cId="2526330093" sldId="312"/>
        </pc:sldMkLst>
      </pc:sldChg>
      <pc:sldChg chg="addSp delSp modSp new del mod">
        <pc:chgData name="Sreejith Rajan" userId="ec11bca0e4bee75f" providerId="LiveId" clId="{7B4F392D-EAB3-4CE7-903E-F84869825F47}" dt="2025-10-22T13:55:04.307" v="5402" actId="47"/>
        <pc:sldMkLst>
          <pc:docMk/>
          <pc:sldMk cId="2855112447" sldId="313"/>
        </pc:sldMkLst>
      </pc:sldChg>
      <pc:sldChg chg="addSp delSp modSp add del mod">
        <pc:chgData name="Sreejith Rajan" userId="ec11bca0e4bee75f" providerId="LiveId" clId="{7B4F392D-EAB3-4CE7-903E-F84869825F47}" dt="2025-10-22T13:55:08.256" v="5403" actId="47"/>
        <pc:sldMkLst>
          <pc:docMk/>
          <pc:sldMk cId="482960161" sldId="314"/>
        </pc:sldMkLst>
      </pc:sldChg>
      <pc:sldChg chg="addSp delSp modSp add del mod">
        <pc:chgData name="Sreejith Rajan" userId="ec11bca0e4bee75f" providerId="LiveId" clId="{7B4F392D-EAB3-4CE7-903E-F84869825F47}" dt="2025-10-17T12:06:56.243" v="5160" actId="47"/>
        <pc:sldMkLst>
          <pc:docMk/>
          <pc:sldMk cId="2989276729" sldId="314"/>
        </pc:sldMkLst>
      </pc:sldChg>
      <pc:sldMasterChg chg="delSldLayout">
        <pc:chgData name="Sreejith Rajan" userId="ec11bca0e4bee75f" providerId="LiveId" clId="{7B4F392D-EAB3-4CE7-903E-F84869825F47}" dt="2025-09-26T13:36:35.786" v="1820" actId="47"/>
        <pc:sldMasterMkLst>
          <pc:docMk/>
          <pc:sldMasterMk cId="0" sldId="2147483654"/>
        </pc:sldMasterMkLst>
        <pc:sldLayoutChg chg="del">
          <pc:chgData name="Sreejith Rajan" userId="ec11bca0e4bee75f" providerId="LiveId" clId="{7B4F392D-EAB3-4CE7-903E-F84869825F47}" dt="2025-09-26T13:36:35.786" v="1820" actId="47"/>
          <pc:sldLayoutMkLst>
            <pc:docMk/>
            <pc:sldMasterMk cId="0" sldId="2147483654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4741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f2b50d28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f2b50d28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Heading &amp; Faculty Nam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Anek Malayalam SemiBold"/>
              <a:buNone/>
              <a:defRPr sz="4000">
                <a:latin typeface="Anek Malayalam SemiBold"/>
                <a:ea typeface="Anek Malayalam SemiBold"/>
                <a:cs typeface="Anek Malayalam SemiBold"/>
                <a:sym typeface="Anek Malayalam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2698250" y="1152475"/>
            <a:ext cx="5905500" cy="24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2731850" y="2066275"/>
            <a:ext cx="602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ek Malayalam"/>
              <a:buNone/>
              <a:defRPr sz="2800" b="1">
                <a:solidFill>
                  <a:schemeClr val="accent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98250" y="1074550"/>
            <a:ext cx="5905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ek Malayalam"/>
              <a:buChar char="●"/>
              <a:defRPr sz="18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2286000" cy="513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ek Malayalam"/>
              <a:ea typeface="Anek Malayalam"/>
              <a:cs typeface="Anek Malayalam"/>
              <a:sym typeface="Anek Malayalam"/>
            </a:endParaRPr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7">
            <a:alphaModFix/>
          </a:blip>
          <a:srcRect l="3279" r="3288"/>
          <a:stretch/>
        </p:blipFill>
        <p:spPr>
          <a:xfrm>
            <a:off x="601275" y="338099"/>
            <a:ext cx="1083450" cy="4551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-US" dirty="0"/>
              <a:t>Coding Skills Improvement</a:t>
            </a:r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Dr.Sreejith Rajan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BEF7B-3539-1FE9-1049-2A86692BE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FBEAC1-5C44-3BF3-C4C6-F8BD52CC6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502" y="122402"/>
            <a:ext cx="59055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Common Reasons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F444C7-EDB4-57A4-DD68-96DCF1FF3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895802"/>
              </p:ext>
            </p:extLst>
          </p:nvPr>
        </p:nvGraphicFramePr>
        <p:xfrm>
          <a:off x="2472745" y="789437"/>
          <a:ext cx="6556132" cy="4040141"/>
        </p:xfrm>
        <a:graphic>
          <a:graphicData uri="http://schemas.openxmlformats.org/drawingml/2006/table">
            <a:tbl>
              <a:tblPr/>
              <a:tblGrid>
                <a:gridCol w="1544940">
                  <a:extLst>
                    <a:ext uri="{9D8B030D-6E8A-4147-A177-3AD203B41FA5}">
                      <a16:colId xmlns:a16="http://schemas.microsoft.com/office/drawing/2014/main" val="1423561126"/>
                    </a:ext>
                  </a:extLst>
                </a:gridCol>
                <a:gridCol w="2511852">
                  <a:extLst>
                    <a:ext uri="{9D8B030D-6E8A-4147-A177-3AD203B41FA5}">
                      <a16:colId xmlns:a16="http://schemas.microsoft.com/office/drawing/2014/main" val="575611628"/>
                    </a:ext>
                  </a:extLst>
                </a:gridCol>
                <a:gridCol w="2499340">
                  <a:extLst>
                    <a:ext uri="{9D8B030D-6E8A-4147-A177-3AD203B41FA5}">
                      <a16:colId xmlns:a16="http://schemas.microsoft.com/office/drawing/2014/main" val="3835762750"/>
                    </a:ext>
                  </a:extLst>
                </a:gridCol>
              </a:tblGrid>
              <a:tr h="2897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accent1"/>
                          </a:solidFill>
                        </a:rPr>
                        <a:t>Category</a:t>
                      </a:r>
                      <a:endParaRPr lang="en-IN" sz="1200" dirty="0">
                        <a:solidFill>
                          <a:schemeClr val="accent1"/>
                        </a:solidFill>
                      </a:endParaRPr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solidFill>
                            <a:schemeClr val="accent1"/>
                          </a:solidFill>
                        </a:rPr>
                        <a:t>Typical Behavior / Symptom</a:t>
                      </a:r>
                      <a:endParaRPr lang="en-IN" sz="1200">
                        <a:solidFill>
                          <a:schemeClr val="accent1"/>
                        </a:solidFill>
                      </a:endParaRPr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accent1"/>
                          </a:solidFill>
                        </a:rPr>
                        <a:t>Why It Happens</a:t>
                      </a:r>
                      <a:endParaRPr lang="en-IN" sz="1200" dirty="0">
                        <a:solidFill>
                          <a:schemeClr val="accent1"/>
                        </a:solidFill>
                      </a:endParaRPr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321165"/>
                  </a:ext>
                </a:extLst>
              </a:tr>
              <a:tr h="528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 Passive understanding</a:t>
                      </a:r>
                      <a:endParaRPr lang="en-IN" sz="1100" dirty="0"/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“I get it when you explain, but forget when I try.”</a:t>
                      </a:r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 </a:t>
                      </a:r>
                      <a:r>
                        <a:rPr lang="en-US" sz="1100" i="1" dirty="0"/>
                        <a:t>Recognize</a:t>
                      </a:r>
                      <a:r>
                        <a:rPr lang="en-US" sz="1100" dirty="0"/>
                        <a:t> logic, but never </a:t>
                      </a:r>
                      <a:r>
                        <a:rPr lang="en-US" sz="1100" i="1" dirty="0"/>
                        <a:t>retrieve</a:t>
                      </a:r>
                      <a:r>
                        <a:rPr lang="en-US" sz="1100" dirty="0"/>
                        <a:t> it. Watching feels easier than doing.</a:t>
                      </a:r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257901"/>
                  </a:ext>
                </a:extLst>
              </a:tr>
              <a:tr h="409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Fear of errors</a:t>
                      </a:r>
                      <a:endParaRPr lang="en-IN" sz="1100" dirty="0"/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“What if it doesn’t compile?” or “I’ll wait for sir to check.”</a:t>
                      </a:r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Some see mistakes as failure, not feedback.</a:t>
                      </a:r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141269"/>
                  </a:ext>
                </a:extLst>
              </a:tr>
              <a:tr h="409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Datasheet avoidance</a:t>
                      </a:r>
                      <a:endParaRPr lang="en-IN" sz="1100" dirty="0"/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They copy register names without knowing what they do.</a:t>
                      </a:r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Some rely on examples instead of exploring the datasheet.</a:t>
                      </a:r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323987"/>
                  </a:ext>
                </a:extLst>
              </a:tr>
              <a:tr h="409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Copy–paste learning</a:t>
                      </a:r>
                      <a:endParaRPr lang="en-IN" sz="1100" dirty="0"/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They modify your code slightly and think they’re coding.</a:t>
                      </a:r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It skips the thinking process - logic never gets internalized.</a:t>
                      </a:r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13178"/>
                  </a:ext>
                </a:extLst>
              </a:tr>
              <a:tr h="409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Lack of micro-planning</a:t>
                      </a:r>
                      <a:endParaRPr lang="en-IN" sz="1100" dirty="0"/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They jump into coding without a stepwise plan.</a:t>
                      </a:r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Some don’t break the problem into flow or pseudocode.</a:t>
                      </a:r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244529"/>
                  </a:ext>
                </a:extLst>
              </a:tr>
              <a:tr h="409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Weak register logic</a:t>
                      </a:r>
                      <a:endParaRPr lang="en-IN" sz="1100" dirty="0"/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Confused about what bit controls what.</a:t>
                      </a:r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Some haven’t practiced enough low-level bit control.</a:t>
                      </a:r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86177"/>
                  </a:ext>
                </a:extLst>
              </a:tr>
              <a:tr h="528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Over-dependence on IDE output</a:t>
                      </a:r>
                      <a:endParaRPr lang="en-US" sz="1100" dirty="0"/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They judge correctness only by “does LED blink or not.”</a:t>
                      </a:r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They don’t analyze </a:t>
                      </a:r>
                      <a:r>
                        <a:rPr lang="en-US" sz="1100" i="1" dirty="0"/>
                        <a:t>why</a:t>
                      </a:r>
                      <a:r>
                        <a:rPr lang="en-US" sz="1100" dirty="0"/>
                        <a:t> something works.</a:t>
                      </a:r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300022"/>
                  </a:ext>
                </a:extLst>
              </a:tr>
              <a:tr h="647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Concept isolation</a:t>
                      </a:r>
                      <a:endParaRPr lang="en-IN" sz="1100" dirty="0"/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They treat each lab (PWM, UART, ADC) as separate.</a:t>
                      </a:r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They don’t see common hardware patterns (</a:t>
                      </a:r>
                      <a:r>
                        <a:rPr lang="en-US" sz="1100" dirty="0" err="1"/>
                        <a:t>initialisation</a:t>
                      </a:r>
                      <a:r>
                        <a:rPr lang="en-US" sz="1100" dirty="0"/>
                        <a:t>, enable bits, flags.)</a:t>
                      </a:r>
                    </a:p>
                  </a:txBody>
                  <a:tcPr marL="43244" marR="43244" marT="21622" marB="21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424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8249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F8BFC-3D85-9D35-CEFB-1D6D64211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7410D7-D160-3664-1380-6B61F717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Methods to improve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B1F290-DB5D-8299-68D6-523CAAE06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882803"/>
              </p:ext>
            </p:extLst>
          </p:nvPr>
        </p:nvGraphicFramePr>
        <p:xfrm>
          <a:off x="2512042" y="887927"/>
          <a:ext cx="6419458" cy="3974718"/>
        </p:xfrm>
        <a:graphic>
          <a:graphicData uri="http://schemas.openxmlformats.org/drawingml/2006/table">
            <a:tbl>
              <a:tblPr/>
              <a:tblGrid>
                <a:gridCol w="2034200">
                  <a:extLst>
                    <a:ext uri="{9D8B030D-6E8A-4147-A177-3AD203B41FA5}">
                      <a16:colId xmlns:a16="http://schemas.microsoft.com/office/drawing/2014/main" val="2167954507"/>
                    </a:ext>
                  </a:extLst>
                </a:gridCol>
                <a:gridCol w="4385258">
                  <a:extLst>
                    <a:ext uri="{9D8B030D-6E8A-4147-A177-3AD203B41FA5}">
                      <a16:colId xmlns:a16="http://schemas.microsoft.com/office/drawing/2014/main" val="1485710372"/>
                    </a:ext>
                  </a:extLst>
                </a:gridCol>
              </a:tblGrid>
              <a:tr h="2858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chemeClr val="accent1"/>
                          </a:solidFill>
                        </a:rPr>
                        <a:t>Reason</a:t>
                      </a:r>
                      <a:endParaRPr lang="en-IN" sz="1400">
                        <a:solidFill>
                          <a:schemeClr val="accent1"/>
                        </a:solidFill>
                      </a:endParaRPr>
                    </a:p>
                  </a:txBody>
                  <a:tcPr marL="73733" marR="73733" marT="36867" marB="36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accent1"/>
                          </a:solidFill>
                        </a:rPr>
                        <a:t>Fix / Habit to Build</a:t>
                      </a:r>
                      <a:endParaRPr lang="en-IN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73733" marR="73733" marT="36867" marB="36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839750"/>
                  </a:ext>
                </a:extLst>
              </a:tr>
              <a:tr h="485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Passive understanding</a:t>
                      </a:r>
                    </a:p>
                  </a:txBody>
                  <a:tcPr marL="73733" marR="73733" marT="36867" marB="36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Write pseudocode or explain logic aloud before coding.</a:t>
                      </a:r>
                    </a:p>
                  </a:txBody>
                  <a:tcPr marL="73733" marR="73733" marT="36867" marB="36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548084"/>
                  </a:ext>
                </a:extLst>
              </a:tr>
              <a:tr h="686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Fear of errors</a:t>
                      </a:r>
                    </a:p>
                  </a:txBody>
                  <a:tcPr marL="73733" marR="73733" marT="36867" marB="36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Make 3 deliberate compile errors and fix them - get comfortable with red messages.</a:t>
                      </a:r>
                    </a:p>
                  </a:txBody>
                  <a:tcPr marL="73733" marR="73733" marT="36867" marB="36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679327"/>
                  </a:ext>
                </a:extLst>
              </a:tr>
              <a:tr h="485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Datasheet avoidance</a:t>
                      </a:r>
                    </a:p>
                  </a:txBody>
                  <a:tcPr marL="73733" marR="73733" marT="36867" marB="36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Each time you use a register, write one sentence about its purpose.</a:t>
                      </a:r>
                    </a:p>
                  </a:txBody>
                  <a:tcPr marL="73733" marR="73733" marT="36867" marB="36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980648"/>
                  </a:ext>
                </a:extLst>
              </a:tr>
              <a:tr h="485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Copy–paste learning</a:t>
                      </a:r>
                    </a:p>
                  </a:txBody>
                  <a:tcPr marL="73733" marR="73733" marT="36867" marB="36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Type code from scratch - no copy. Even 10-20 lines.</a:t>
                      </a:r>
                    </a:p>
                  </a:txBody>
                  <a:tcPr marL="73733" marR="73733" marT="36867" marB="36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163657"/>
                  </a:ext>
                </a:extLst>
              </a:tr>
              <a:tr h="285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Weak planning</a:t>
                      </a:r>
                    </a:p>
                  </a:txBody>
                  <a:tcPr marL="73733" marR="73733" marT="36867" marB="36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Always draw flowchart first.</a:t>
                      </a:r>
                    </a:p>
                  </a:txBody>
                  <a:tcPr marL="73733" marR="73733" marT="36867" marB="36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984277"/>
                  </a:ext>
                </a:extLst>
              </a:tr>
              <a:tr h="285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Weak register logic</a:t>
                      </a:r>
                    </a:p>
                  </a:txBody>
                  <a:tcPr marL="73733" marR="73733" marT="36867" marB="36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Practice bit-level macros.</a:t>
                      </a:r>
                    </a:p>
                  </a:txBody>
                  <a:tcPr marL="73733" marR="73733" marT="36867" marB="36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991372"/>
                  </a:ext>
                </a:extLst>
              </a:tr>
              <a:tr h="485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Over-dependence on output</a:t>
                      </a:r>
                    </a:p>
                  </a:txBody>
                  <a:tcPr marL="73733" marR="73733" marT="36867" marB="36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Use serial print or LEDs to check </a:t>
                      </a:r>
                      <a:r>
                        <a:rPr lang="en-US" sz="1100" i="1"/>
                        <a:t>intermediate</a:t>
                      </a:r>
                      <a:r>
                        <a:rPr lang="en-US" sz="1100"/>
                        <a:t> values.</a:t>
                      </a:r>
                    </a:p>
                  </a:txBody>
                  <a:tcPr marL="73733" marR="73733" marT="36867" marB="36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920876"/>
                  </a:ext>
                </a:extLst>
              </a:tr>
              <a:tr h="485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Concept isolation</a:t>
                      </a:r>
                    </a:p>
                  </a:txBody>
                  <a:tcPr marL="73733" marR="73733" marT="36867" marB="36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Compare initialization steps across peripherals - see the pattern.</a:t>
                      </a:r>
                    </a:p>
                  </a:txBody>
                  <a:tcPr marL="73733" marR="73733" marT="36867" marB="36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218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3331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2510200" y="1939350"/>
            <a:ext cx="63546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E2B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r>
              <a:rPr lang="en" sz="3200" b="1">
                <a:solidFill>
                  <a:srgbClr val="B0D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200" b="1">
              <a:solidFill>
                <a:srgbClr val="B0DA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F0F0F0"/>
      </a:dk1>
      <a:lt1>
        <a:srgbClr val="121212"/>
      </a:lt1>
      <a:dk2>
        <a:srgbClr val="808080"/>
      </a:dk2>
      <a:lt2>
        <a:srgbClr val="4A4A4A"/>
      </a:lt2>
      <a:accent1>
        <a:srgbClr val="B0DAFF"/>
      </a:accent1>
      <a:accent2>
        <a:srgbClr val="33997D"/>
      </a:accent2>
      <a:accent3>
        <a:srgbClr val="F87B7C"/>
      </a:accent3>
      <a:accent4>
        <a:srgbClr val="9965AD"/>
      </a:accent4>
      <a:accent5>
        <a:srgbClr val="FFF2BC"/>
      </a:accent5>
      <a:accent6>
        <a:srgbClr val="FFE2B0"/>
      </a:accent6>
      <a:hlink>
        <a:srgbClr val="B0DA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4996</TotalTime>
  <Words>328</Words>
  <Application>Microsoft Office PowerPoint</Application>
  <PresentationFormat>On-screen Show (16:9)</PresentationFormat>
  <Paragraphs>50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Helvetica Neue</vt:lpstr>
      <vt:lpstr>Anek Malayalam SemiBold</vt:lpstr>
      <vt:lpstr>Anek Malayalam</vt:lpstr>
      <vt:lpstr>Simple Light</vt:lpstr>
      <vt:lpstr>Coding Skills Improvement</vt:lpstr>
      <vt:lpstr>Common Reasons</vt:lpstr>
      <vt:lpstr>Methods to improve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Sreejith Rajan</dc:creator>
  <cp:lastModifiedBy>Sreejith Rajan</cp:lastModifiedBy>
  <cp:revision>30</cp:revision>
  <dcterms:modified xsi:type="dcterms:W3CDTF">2025-10-22T15:32:06Z</dcterms:modified>
</cp:coreProperties>
</file>