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4"/>
  </p:notesMasterIdLst>
  <p:sldIdLst>
    <p:sldId id="256" r:id="rId2"/>
    <p:sldId id="310" r:id="rId3"/>
    <p:sldId id="311" r:id="rId4"/>
    <p:sldId id="287" r:id="rId5"/>
    <p:sldId id="312" r:id="rId6"/>
    <p:sldId id="306" r:id="rId7"/>
    <p:sldId id="307" r:id="rId8"/>
    <p:sldId id="308" r:id="rId9"/>
    <p:sldId id="309" r:id="rId10"/>
    <p:sldId id="313" r:id="rId11"/>
    <p:sldId id="314" r:id="rId12"/>
    <p:sldId id="264" r:id="rId13"/>
  </p:sldIdLst>
  <p:sldSz cx="9144000" cy="5143500" type="screen16x9"/>
  <p:notesSz cx="6858000" cy="9144000"/>
  <p:embeddedFontLst>
    <p:embeddedFont>
      <p:font typeface="Anek Malayalam" panose="020B0604020202020204" charset="0"/>
      <p:regular r:id="rId15"/>
      <p:bold r:id="rId16"/>
    </p:embeddedFont>
    <p:embeddedFont>
      <p:font typeface="Anek Malayalam SemiBold" panose="020B0604020202020204" charset="0"/>
      <p:regular r:id="rId17"/>
      <p:bold r:id="rId18"/>
    </p:embeddedFont>
    <p:embeddedFont>
      <p:font typeface="Cambria Math" panose="02040503050406030204" pitchFamily="18" charset="0"/>
      <p:regular r:id="rId19"/>
    </p:embeddedFont>
    <p:embeddedFont>
      <p:font typeface="Helvetica Neue" panose="020B060402020202020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CFBF2C-606B-472C-8133-19F4C98B40AA}" v="43" dt="2025-10-17T14:01:10.3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delSld modSld sldOrd">
      <pc:chgData name="Sreejith Rajan" userId="ec11bca0e4bee75f" providerId="LiveId" clId="{7B4F392D-EAB3-4CE7-903E-F84869825F47}" dt="2025-10-17T14:03:11.813" v="5293" actId="1076"/>
      <pc:docMkLst>
        <pc:docMk/>
      </pc:docMkLst>
      <pc:sldChg chg="modSp mod">
        <pc:chgData name="Sreejith Rajan" userId="ec11bca0e4bee75f" providerId="LiveId" clId="{7B4F392D-EAB3-4CE7-903E-F84869825F47}" dt="2025-10-17T10:56:28.163" v="4845" actId="20577"/>
        <pc:sldMkLst>
          <pc:docMk/>
          <pc:sldMk cId="0" sldId="256"/>
        </pc:sldMkLst>
        <pc:spChg chg="mod">
          <ac:chgData name="Sreejith Rajan" userId="ec11bca0e4bee75f" providerId="LiveId" clId="{7B4F392D-EAB3-4CE7-903E-F84869825F47}" dt="2025-10-17T10:56:28.163" v="4845" actId="20577"/>
          <ac:spMkLst>
            <pc:docMk/>
            <pc:sldMk cId="0" sldId="256"/>
            <ac:spMk id="33" creationId="{00000000-0000-0000-0000-000000000000}"/>
          </ac:spMkLst>
        </pc:spChg>
      </pc:sldChg>
      <pc:sldChg chg="addSp modSp del mod">
        <pc:chgData name="Sreejith Rajan" userId="ec11bca0e4bee75f" providerId="LiveId" clId="{7B4F392D-EAB3-4CE7-903E-F84869825F47}" dt="2025-09-26T13:36:34.936" v="1819" actId="47"/>
        <pc:sldMkLst>
          <pc:docMk/>
          <pc:sldMk cId="0" sldId="258"/>
        </pc:sldMkLst>
      </pc:sldChg>
      <pc:sldChg chg="addSp delSp modSp add del mod ord">
        <pc:chgData name="Sreejith Rajan" userId="ec11bca0e4bee75f" providerId="LiveId" clId="{7B4F392D-EAB3-4CE7-903E-F84869825F47}" dt="2025-09-26T13:36:37.995" v="1822" actId="47"/>
        <pc:sldMkLst>
          <pc:docMk/>
          <pc:sldMk cId="1389626550" sldId="267"/>
        </pc:sldMkLst>
      </pc:sldChg>
      <pc:sldChg chg="addSp delSp modSp del mod">
        <pc:chgData name="Sreejith Rajan" userId="ec11bca0e4bee75f" providerId="LiveId" clId="{7B4F392D-EAB3-4CE7-903E-F84869825F47}" dt="2025-09-29T13:47:37.003" v="2823" actId="2696"/>
        <pc:sldMkLst>
          <pc:docMk/>
          <pc:sldMk cId="2517281589" sldId="274"/>
        </pc:sldMkLst>
      </pc:sldChg>
      <pc:sldChg chg="modSp del mod ord">
        <pc:chgData name="Sreejith Rajan" userId="ec11bca0e4bee75f" providerId="LiveId" clId="{7B4F392D-EAB3-4CE7-903E-F84869825F47}" dt="2025-09-26T13:36:34.298" v="1818" actId="47"/>
        <pc:sldMkLst>
          <pc:docMk/>
          <pc:sldMk cId="682396941" sldId="282"/>
        </pc:sldMkLst>
      </pc:sldChg>
      <pc:sldChg chg="addSp modSp del mod ord">
        <pc:chgData name="Sreejith Rajan" userId="ec11bca0e4bee75f" providerId="LiveId" clId="{7B4F392D-EAB3-4CE7-903E-F84869825F47}" dt="2025-09-26T13:36:36.779" v="1821" actId="47"/>
        <pc:sldMkLst>
          <pc:docMk/>
          <pc:sldMk cId="3362503428" sldId="283"/>
        </pc:sldMkLst>
      </pc:sldChg>
      <pc:sldChg chg="addSp delSp modSp del mod">
        <pc:chgData name="Sreejith Rajan" userId="ec11bca0e4bee75f" providerId="LiveId" clId="{7B4F392D-EAB3-4CE7-903E-F84869825F47}" dt="2025-09-26T13:36:35.786" v="1820" actId="47"/>
        <pc:sldMkLst>
          <pc:docMk/>
          <pc:sldMk cId="2771709912" sldId="285"/>
        </pc:sldMkLst>
      </pc:sldChg>
      <pc:sldChg chg="delSp del mod">
        <pc:chgData name="Sreejith Rajan" userId="ec11bca0e4bee75f" providerId="LiveId" clId="{7B4F392D-EAB3-4CE7-903E-F84869825F47}" dt="2025-09-19T08:54:52.742" v="755" actId="47"/>
        <pc:sldMkLst>
          <pc:docMk/>
          <pc:sldMk cId="321485736" sldId="286"/>
        </pc:sldMkLst>
      </pc:sldChg>
      <pc:sldChg chg="addSp delSp modSp mod">
        <pc:chgData name="Sreejith Rajan" userId="ec11bca0e4bee75f" providerId="LiveId" clId="{7B4F392D-EAB3-4CE7-903E-F84869825F47}" dt="2025-10-17T11:38:00.350" v="4939" actId="20577"/>
        <pc:sldMkLst>
          <pc:docMk/>
          <pc:sldMk cId="3959199433" sldId="287"/>
        </pc:sldMkLst>
        <pc:spChg chg="mod">
          <ac:chgData name="Sreejith Rajan" userId="ec11bca0e4bee75f" providerId="LiveId" clId="{7B4F392D-EAB3-4CE7-903E-F84869825F47}" dt="2025-10-17T11:37:24.455" v="4929" actId="20577"/>
          <ac:spMkLst>
            <pc:docMk/>
            <pc:sldMk cId="3959199433" sldId="287"/>
            <ac:spMk id="54" creationId="{C4CE2FAD-1A13-21FB-4CDB-D7E0702E4157}"/>
          </ac:spMkLst>
        </pc:spChg>
        <pc:spChg chg="mod">
          <ac:chgData name="Sreejith Rajan" userId="ec11bca0e4bee75f" providerId="LiveId" clId="{7B4F392D-EAB3-4CE7-903E-F84869825F47}" dt="2025-10-17T11:38:00.350" v="4939" actId="20577"/>
          <ac:spMkLst>
            <pc:docMk/>
            <pc:sldMk cId="3959199433" sldId="287"/>
            <ac:spMk id="55" creationId="{FF1E4D12-E5A8-7B19-694A-8370FEB4E421}"/>
          </ac:spMkLst>
        </pc:spChg>
      </pc:sldChg>
      <pc:sldChg chg="del">
        <pc:chgData name="Sreejith Rajan" userId="ec11bca0e4bee75f" providerId="LiveId" clId="{7B4F392D-EAB3-4CE7-903E-F84869825F47}" dt="2025-09-19T09:13:31.674" v="1068" actId="47"/>
        <pc:sldMkLst>
          <pc:docMk/>
          <pc:sldMk cId="1933302962" sldId="288"/>
        </pc:sldMkLst>
      </pc:sldChg>
      <pc:sldChg chg="del">
        <pc:chgData name="Sreejith Rajan" userId="ec11bca0e4bee75f" providerId="LiveId" clId="{7B4F392D-EAB3-4CE7-903E-F84869825F47}" dt="2025-09-19T09:13:25.785" v="1067" actId="47"/>
        <pc:sldMkLst>
          <pc:docMk/>
          <pc:sldMk cId="1380718396" sldId="289"/>
        </pc:sldMkLst>
      </pc:sldChg>
      <pc:sldChg chg="addSp delSp modSp add del mod">
        <pc:chgData name="Sreejith Rajan" userId="ec11bca0e4bee75f" providerId="LiveId" clId="{7B4F392D-EAB3-4CE7-903E-F84869825F47}" dt="2025-09-26T13:36:40.310" v="1825" actId="47"/>
        <pc:sldMkLst>
          <pc:docMk/>
          <pc:sldMk cId="4163967858" sldId="290"/>
        </pc:sldMkLst>
      </pc:sldChg>
      <pc:sldChg chg="delSp modSp add del mod">
        <pc:chgData name="Sreejith Rajan" userId="ec11bca0e4bee75f" providerId="LiveId" clId="{7B4F392D-EAB3-4CE7-903E-F84869825F47}" dt="2025-09-26T13:36:39.459" v="1824" actId="47"/>
        <pc:sldMkLst>
          <pc:docMk/>
          <pc:sldMk cId="3054169711" sldId="291"/>
        </pc:sldMkLst>
      </pc:sldChg>
      <pc:sldChg chg="addSp delSp modSp add del mod">
        <pc:chgData name="Sreejith Rajan" userId="ec11bca0e4bee75f" providerId="LiveId" clId="{7B4F392D-EAB3-4CE7-903E-F84869825F47}" dt="2025-10-08T05:49:28.700" v="4629" actId="47"/>
        <pc:sldMkLst>
          <pc:docMk/>
          <pc:sldMk cId="1690133944" sldId="292"/>
        </pc:sldMkLst>
      </pc:sldChg>
      <pc:sldChg chg="delSp modSp add del mod ord">
        <pc:chgData name="Sreejith Rajan" userId="ec11bca0e4bee75f" providerId="LiveId" clId="{7B4F392D-EAB3-4CE7-903E-F84869825F47}" dt="2025-09-26T13:36:33.418" v="1817" actId="47"/>
        <pc:sldMkLst>
          <pc:docMk/>
          <pc:sldMk cId="1886088078" sldId="293"/>
        </pc:sldMkLst>
      </pc:sldChg>
      <pc:sldChg chg="modSp add del mod">
        <pc:chgData name="Sreejith Rajan" userId="ec11bca0e4bee75f" providerId="LiveId" clId="{7B4F392D-EAB3-4CE7-903E-F84869825F47}" dt="2025-10-06T11:07:57.795" v="4399" actId="47"/>
        <pc:sldMkLst>
          <pc:docMk/>
          <pc:sldMk cId="3780731234" sldId="293"/>
        </pc:sldMkLst>
      </pc:sldChg>
      <pc:sldChg chg="addSp delSp modSp add del mod">
        <pc:chgData name="Sreejith Rajan" userId="ec11bca0e4bee75f" providerId="LiveId" clId="{7B4F392D-EAB3-4CE7-903E-F84869825F47}" dt="2025-09-26T13:36:38.704" v="1823" actId="47"/>
        <pc:sldMkLst>
          <pc:docMk/>
          <pc:sldMk cId="812141662" sldId="294"/>
        </pc:sldMkLst>
      </pc:sldChg>
      <pc:sldChg chg="addSp delSp modSp add del mod">
        <pc:chgData name="Sreejith Rajan" userId="ec11bca0e4bee75f" providerId="LiveId" clId="{7B4F392D-EAB3-4CE7-903E-F84869825F47}" dt="2025-10-08T05:49:26.593" v="4628" actId="47"/>
        <pc:sldMkLst>
          <pc:docMk/>
          <pc:sldMk cId="2315289045" sldId="294"/>
        </pc:sldMkLst>
      </pc:sldChg>
      <pc:sldChg chg="new del">
        <pc:chgData name="Sreejith Rajan" userId="ec11bca0e4bee75f" providerId="LiveId" clId="{7B4F392D-EAB3-4CE7-903E-F84869825F47}" dt="2025-09-19T09:29:05.345" v="1574" actId="680"/>
        <pc:sldMkLst>
          <pc:docMk/>
          <pc:sldMk cId="4185100054" sldId="294"/>
        </pc:sldMkLst>
      </pc:sldChg>
      <pc:sldChg chg="addSp delSp modSp add del mod">
        <pc:chgData name="Sreejith Rajan" userId="ec11bca0e4bee75f" providerId="LiveId" clId="{7B4F392D-EAB3-4CE7-903E-F84869825F47}" dt="2025-10-08T05:49:12.429" v="4621" actId="47"/>
        <pc:sldMkLst>
          <pc:docMk/>
          <pc:sldMk cId="61760651" sldId="295"/>
        </pc:sldMkLst>
      </pc:sldChg>
      <pc:sldChg chg="addSp delSp modSp add del mod">
        <pc:chgData name="Sreejith Rajan" userId="ec11bca0e4bee75f" providerId="LiveId" clId="{7B4F392D-EAB3-4CE7-903E-F84869825F47}" dt="2025-10-06T11:07:51.677" v="4397" actId="47"/>
        <pc:sldMkLst>
          <pc:docMk/>
          <pc:sldMk cId="1080415345" sldId="296"/>
        </pc:sldMkLst>
      </pc:sldChg>
      <pc:sldChg chg="modSp add del mod">
        <pc:chgData name="Sreejith Rajan" userId="ec11bca0e4bee75f" providerId="LiveId" clId="{7B4F392D-EAB3-4CE7-903E-F84869825F47}" dt="2025-10-06T11:08:00.105" v="4400" actId="47"/>
        <pc:sldMkLst>
          <pc:docMk/>
          <pc:sldMk cId="2067657878" sldId="297"/>
        </pc:sldMkLst>
      </pc:sldChg>
      <pc:sldChg chg="delSp modSp add del mod">
        <pc:chgData name="Sreejith Rajan" userId="ec11bca0e4bee75f" providerId="LiveId" clId="{7B4F392D-EAB3-4CE7-903E-F84869825F47}" dt="2025-10-06T11:08:01.614" v="4401" actId="47"/>
        <pc:sldMkLst>
          <pc:docMk/>
          <pc:sldMk cId="2603797813" sldId="298"/>
        </pc:sldMkLst>
      </pc:sldChg>
      <pc:sldChg chg="modSp add del">
        <pc:chgData name="Sreejith Rajan" userId="ec11bca0e4bee75f" providerId="LiveId" clId="{7B4F392D-EAB3-4CE7-903E-F84869825F47}" dt="2025-10-06T11:08:02.737" v="4402" actId="47"/>
        <pc:sldMkLst>
          <pc:docMk/>
          <pc:sldMk cId="1429475194" sldId="299"/>
        </pc:sldMkLst>
      </pc:sldChg>
      <pc:sldChg chg="addSp delSp modSp add del mod">
        <pc:chgData name="Sreejith Rajan" userId="ec11bca0e4bee75f" providerId="LiveId" clId="{7B4F392D-EAB3-4CE7-903E-F84869825F47}" dt="2025-10-06T11:07:55.138" v="4398" actId="47"/>
        <pc:sldMkLst>
          <pc:docMk/>
          <pc:sldMk cId="1510049413" sldId="300"/>
        </pc:sldMkLst>
      </pc:sldChg>
      <pc:sldChg chg="modSp add del mod">
        <pc:chgData name="Sreejith Rajan" userId="ec11bca0e4bee75f" providerId="LiveId" clId="{7B4F392D-EAB3-4CE7-903E-F84869825F47}" dt="2025-10-01T12:17:55.896" v="3652" actId="47"/>
        <pc:sldMkLst>
          <pc:docMk/>
          <pc:sldMk cId="2943669043" sldId="300"/>
        </pc:sldMkLst>
      </pc:sldChg>
      <pc:sldChg chg="addSp delSp modSp new del mod">
        <pc:chgData name="Sreejith Rajan" userId="ec11bca0e4bee75f" providerId="LiveId" clId="{7B4F392D-EAB3-4CE7-903E-F84869825F47}" dt="2025-10-08T05:49:24.917" v="4627" actId="47"/>
        <pc:sldMkLst>
          <pc:docMk/>
          <pc:sldMk cId="1882726736" sldId="301"/>
        </pc:sldMkLst>
      </pc:sldChg>
      <pc:sldChg chg="addSp delSp modSp new del mod">
        <pc:chgData name="Sreejith Rajan" userId="ec11bca0e4bee75f" providerId="LiveId" clId="{7B4F392D-EAB3-4CE7-903E-F84869825F47}" dt="2025-10-01T12:18:53.152" v="3654" actId="47"/>
        <pc:sldMkLst>
          <pc:docMk/>
          <pc:sldMk cId="3650779004" sldId="301"/>
        </pc:sldMkLst>
      </pc:sldChg>
      <pc:sldChg chg="modSp add del mod">
        <pc:chgData name="Sreejith Rajan" userId="ec11bca0e4bee75f" providerId="LiveId" clId="{7B4F392D-EAB3-4CE7-903E-F84869825F47}" dt="2025-10-08T05:49:23.540" v="4626" actId="47"/>
        <pc:sldMkLst>
          <pc:docMk/>
          <pc:sldMk cId="2181586980" sldId="302"/>
        </pc:sldMkLst>
      </pc:sldChg>
      <pc:sldChg chg="addSp delSp modSp add del mod">
        <pc:chgData name="Sreejith Rajan" userId="ec11bca0e4bee75f" providerId="LiveId" clId="{7B4F392D-EAB3-4CE7-903E-F84869825F47}" dt="2025-10-01T12:18:55.653" v="3655" actId="47"/>
        <pc:sldMkLst>
          <pc:docMk/>
          <pc:sldMk cId="3714944730" sldId="302"/>
        </pc:sldMkLst>
      </pc:sldChg>
      <pc:sldChg chg="addSp delSp modSp add del mod">
        <pc:chgData name="Sreejith Rajan" userId="ec11bca0e4bee75f" providerId="LiveId" clId="{7B4F392D-EAB3-4CE7-903E-F84869825F47}" dt="2025-10-08T05:49:21.180" v="4625" actId="47"/>
        <pc:sldMkLst>
          <pc:docMk/>
          <pc:sldMk cId="456415416" sldId="303"/>
        </pc:sldMkLst>
      </pc:sldChg>
      <pc:sldChg chg="addSp delSp modSp add del mod">
        <pc:chgData name="Sreejith Rajan" userId="ec11bca0e4bee75f" providerId="LiveId" clId="{7B4F392D-EAB3-4CE7-903E-F84869825F47}" dt="2025-10-08T05:49:16.956" v="4623" actId="47"/>
        <pc:sldMkLst>
          <pc:docMk/>
          <pc:sldMk cId="681132800" sldId="304"/>
        </pc:sldMkLst>
      </pc:sldChg>
      <pc:sldChg chg="addSp delSp modSp add del mod">
        <pc:chgData name="Sreejith Rajan" userId="ec11bca0e4bee75f" providerId="LiveId" clId="{7B4F392D-EAB3-4CE7-903E-F84869825F47}" dt="2025-10-08T05:49:14.973" v="4622" actId="47"/>
        <pc:sldMkLst>
          <pc:docMk/>
          <pc:sldMk cId="3947435229" sldId="305"/>
        </pc:sldMkLst>
      </pc:sldChg>
      <pc:sldChg chg="addSp delSp modSp add mod">
        <pc:chgData name="Sreejith Rajan" userId="ec11bca0e4bee75f" providerId="LiveId" clId="{7B4F392D-EAB3-4CE7-903E-F84869825F47}" dt="2025-10-17T12:01:58.718" v="5116"/>
        <pc:sldMkLst>
          <pc:docMk/>
          <pc:sldMk cId="4264035287" sldId="306"/>
        </pc:sldMkLst>
        <pc:spChg chg="mod">
          <ac:chgData name="Sreejith Rajan" userId="ec11bca0e4bee75f" providerId="LiveId" clId="{7B4F392D-EAB3-4CE7-903E-F84869825F47}" dt="2025-10-17T11:43:26.543" v="4984" actId="20577"/>
          <ac:spMkLst>
            <pc:docMk/>
            <pc:sldMk cId="4264035287" sldId="306"/>
            <ac:spMk id="54" creationId="{02F49DB7-EDC5-358E-8CD6-35569CA25EE9}"/>
          </ac:spMkLst>
        </pc:spChg>
        <pc:graphicFrameChg chg="add mod modGraphic">
          <ac:chgData name="Sreejith Rajan" userId="ec11bca0e4bee75f" providerId="LiveId" clId="{7B4F392D-EAB3-4CE7-903E-F84869825F47}" dt="2025-10-17T12:01:58.718" v="5116"/>
          <ac:graphicFrameMkLst>
            <pc:docMk/>
            <pc:sldMk cId="4264035287" sldId="306"/>
            <ac:graphicFrameMk id="2" creationId="{11C14D1A-5AAA-3717-6B09-C7ADDC6BE69C}"/>
          </ac:graphicFrameMkLst>
        </pc:graphicFrameChg>
        <pc:picChg chg="add del mod modCrop">
          <ac:chgData name="Sreejith Rajan" userId="ec11bca0e4bee75f" providerId="LiveId" clId="{7B4F392D-EAB3-4CE7-903E-F84869825F47}" dt="2025-10-17T11:43:28.719" v="4985" actId="478"/>
          <ac:picMkLst>
            <pc:docMk/>
            <pc:sldMk cId="4264035287" sldId="306"/>
            <ac:picMk id="6" creationId="{5B4CC720-5C86-97AD-75CC-61847AD667C7}"/>
          </ac:picMkLst>
        </pc:picChg>
        <pc:picChg chg="add del mod modCrop">
          <ac:chgData name="Sreejith Rajan" userId="ec11bca0e4bee75f" providerId="LiveId" clId="{7B4F392D-EAB3-4CE7-903E-F84869825F47}" dt="2025-10-17T11:43:30.517" v="4986" actId="478"/>
          <ac:picMkLst>
            <pc:docMk/>
            <pc:sldMk cId="4264035287" sldId="306"/>
            <ac:picMk id="9" creationId="{53B7478C-1715-D417-3019-E2F0A5657FB1}"/>
          </ac:picMkLst>
        </pc:picChg>
      </pc:sldChg>
      <pc:sldChg chg="addSp delSp modSp add mod">
        <pc:chgData name="Sreejith Rajan" userId="ec11bca0e4bee75f" providerId="LiveId" clId="{7B4F392D-EAB3-4CE7-903E-F84869825F47}" dt="2025-10-17T11:49:15.645" v="5034" actId="207"/>
        <pc:sldMkLst>
          <pc:docMk/>
          <pc:sldMk cId="3122419039" sldId="307"/>
        </pc:sldMkLst>
        <pc:spChg chg="add mod">
          <ac:chgData name="Sreejith Rajan" userId="ec11bca0e4bee75f" providerId="LiveId" clId="{7B4F392D-EAB3-4CE7-903E-F84869825F47}" dt="2025-10-17T11:49:15.645" v="5034" actId="207"/>
          <ac:spMkLst>
            <pc:docMk/>
            <pc:sldMk cId="3122419039" sldId="307"/>
            <ac:spMk id="4" creationId="{91A78BCC-8CA8-0617-9366-BE5A8D2982A2}"/>
          </ac:spMkLst>
        </pc:spChg>
        <pc:spChg chg="add mod">
          <ac:chgData name="Sreejith Rajan" userId="ec11bca0e4bee75f" providerId="LiveId" clId="{7B4F392D-EAB3-4CE7-903E-F84869825F47}" dt="2025-10-17T11:49:04.679" v="5033" actId="1076"/>
          <ac:spMkLst>
            <pc:docMk/>
            <pc:sldMk cId="3122419039" sldId="307"/>
            <ac:spMk id="6" creationId="{678EFDE3-6B5B-FC9B-F61D-BED436210CCA}"/>
          </ac:spMkLst>
        </pc:spChg>
        <pc:spChg chg="mod">
          <ac:chgData name="Sreejith Rajan" userId="ec11bca0e4bee75f" providerId="LiveId" clId="{7B4F392D-EAB3-4CE7-903E-F84869825F47}" dt="2025-10-17T11:47:29.141" v="4997"/>
          <ac:spMkLst>
            <pc:docMk/>
            <pc:sldMk cId="3122419039" sldId="307"/>
            <ac:spMk id="54" creationId="{F3AF189E-4033-9158-F5CD-9B7898D9D790}"/>
          </ac:spMkLst>
        </pc:spChg>
        <pc:picChg chg="add del mod modCrop">
          <ac:chgData name="Sreejith Rajan" userId="ec11bca0e4bee75f" providerId="LiveId" clId="{7B4F392D-EAB3-4CE7-903E-F84869825F47}" dt="2025-10-17T11:47:32.661" v="4998" actId="478"/>
          <ac:picMkLst>
            <pc:docMk/>
            <pc:sldMk cId="3122419039" sldId="307"/>
            <ac:picMk id="3" creationId="{4FE45B10-FD04-FF54-37FF-5F38540411F8}"/>
          </ac:picMkLst>
        </pc:picChg>
      </pc:sldChg>
      <pc:sldChg chg="addSp delSp modSp add mod">
        <pc:chgData name="Sreejith Rajan" userId="ec11bca0e4bee75f" providerId="LiveId" clId="{7B4F392D-EAB3-4CE7-903E-F84869825F47}" dt="2025-10-17T12:01:24.471" v="5112" actId="1076"/>
        <pc:sldMkLst>
          <pc:docMk/>
          <pc:sldMk cId="4003320701" sldId="308"/>
        </pc:sldMkLst>
        <pc:spChg chg="mod">
          <ac:chgData name="Sreejith Rajan" userId="ec11bca0e4bee75f" providerId="LiveId" clId="{7B4F392D-EAB3-4CE7-903E-F84869825F47}" dt="2025-10-17T11:50:27.878" v="5042" actId="27636"/>
          <ac:spMkLst>
            <pc:docMk/>
            <pc:sldMk cId="4003320701" sldId="308"/>
            <ac:spMk id="54" creationId="{8061634A-979C-C166-97DF-06E0A8DA822E}"/>
          </ac:spMkLst>
        </pc:spChg>
        <pc:graphicFrameChg chg="add mod modGraphic">
          <ac:chgData name="Sreejith Rajan" userId="ec11bca0e4bee75f" providerId="LiveId" clId="{7B4F392D-EAB3-4CE7-903E-F84869825F47}" dt="2025-10-17T12:01:24.471" v="5112" actId="1076"/>
          <ac:graphicFrameMkLst>
            <pc:docMk/>
            <pc:sldMk cId="4003320701" sldId="308"/>
            <ac:graphicFrameMk id="2" creationId="{D9ECB0A0-8E32-7C48-D529-F928B9052DF5}"/>
          </ac:graphicFrameMkLst>
        </pc:graphicFrameChg>
        <pc:picChg chg="add del mod modCrop">
          <ac:chgData name="Sreejith Rajan" userId="ec11bca0e4bee75f" providerId="LiveId" clId="{7B4F392D-EAB3-4CE7-903E-F84869825F47}" dt="2025-10-17T11:50:09.362" v="5038" actId="478"/>
          <ac:picMkLst>
            <pc:docMk/>
            <pc:sldMk cId="4003320701" sldId="308"/>
            <ac:picMk id="4" creationId="{D3469F4D-2C7F-E989-BD75-467E12B0A512}"/>
          </ac:picMkLst>
        </pc:picChg>
        <pc:picChg chg="add mod modCrop">
          <ac:chgData name="Sreejith Rajan" userId="ec11bca0e4bee75f" providerId="LiveId" clId="{7B4F392D-EAB3-4CE7-903E-F84869825F47}" dt="2025-10-17T12:01:19.991" v="5111" actId="1076"/>
          <ac:picMkLst>
            <pc:docMk/>
            <pc:sldMk cId="4003320701" sldId="308"/>
            <ac:picMk id="5" creationId="{52296684-B913-1577-BDE3-62AEF4C039E1}"/>
          </ac:picMkLst>
        </pc:picChg>
      </pc:sldChg>
      <pc:sldChg chg="addSp delSp modSp add mod">
        <pc:chgData name="Sreejith Rajan" userId="ec11bca0e4bee75f" providerId="LiveId" clId="{7B4F392D-EAB3-4CE7-903E-F84869825F47}" dt="2025-10-17T12:01:44.967" v="5115" actId="14100"/>
        <pc:sldMkLst>
          <pc:docMk/>
          <pc:sldMk cId="2237710589" sldId="309"/>
        </pc:sldMkLst>
        <pc:spChg chg="mod">
          <ac:chgData name="Sreejith Rajan" userId="ec11bca0e4bee75f" providerId="LiveId" clId="{7B4F392D-EAB3-4CE7-903E-F84869825F47}" dt="2025-10-17T11:55:10.086" v="5071" actId="1076"/>
          <ac:spMkLst>
            <pc:docMk/>
            <pc:sldMk cId="2237710589" sldId="309"/>
            <ac:spMk id="54" creationId="{97A3ECAF-E25E-6F1B-D904-C1BDEC6254CD}"/>
          </ac:spMkLst>
        </pc:spChg>
        <pc:graphicFrameChg chg="add mod modGraphic">
          <ac:chgData name="Sreejith Rajan" userId="ec11bca0e4bee75f" providerId="LiveId" clId="{7B4F392D-EAB3-4CE7-903E-F84869825F47}" dt="2025-10-17T12:01:44.967" v="5115" actId="14100"/>
          <ac:graphicFrameMkLst>
            <pc:docMk/>
            <pc:sldMk cId="2237710589" sldId="309"/>
            <ac:graphicFrameMk id="2" creationId="{551E3600-1FAF-CBBE-4CE6-2A896DF5E48A}"/>
          </ac:graphicFrameMkLst>
        </pc:graphicFrameChg>
        <pc:picChg chg="add del mod">
          <ac:chgData name="Sreejith Rajan" userId="ec11bca0e4bee75f" providerId="LiveId" clId="{7B4F392D-EAB3-4CE7-903E-F84869825F47}" dt="2025-10-17T11:54:51.270" v="5068" actId="478"/>
          <ac:picMkLst>
            <pc:docMk/>
            <pc:sldMk cId="2237710589" sldId="309"/>
            <ac:picMk id="3" creationId="{46BF99CB-2973-A066-BF98-EEF9D897DD33}"/>
          </ac:picMkLst>
        </pc:picChg>
        <pc:picChg chg="add mod modCrop">
          <ac:chgData name="Sreejith Rajan" userId="ec11bca0e4bee75f" providerId="LiveId" clId="{7B4F392D-EAB3-4CE7-903E-F84869825F47}" dt="2025-10-17T11:57:20.454" v="5086" actId="1076"/>
          <ac:picMkLst>
            <pc:docMk/>
            <pc:sldMk cId="2237710589" sldId="309"/>
            <ac:picMk id="5" creationId="{5174DE35-6DAA-4FBC-4A33-00BE6DDAA5C5}"/>
          </ac:picMkLst>
        </pc:picChg>
      </pc:sldChg>
      <pc:sldChg chg="addSp delSp modSp add mod ord">
        <pc:chgData name="Sreejith Rajan" userId="ec11bca0e4bee75f" providerId="LiveId" clId="{7B4F392D-EAB3-4CE7-903E-F84869825F47}" dt="2025-10-17T11:20:51.892" v="4862" actId="5793"/>
        <pc:sldMkLst>
          <pc:docMk/>
          <pc:sldMk cId="1438249901" sldId="310"/>
        </pc:sldMkLst>
        <pc:spChg chg="mod">
          <ac:chgData name="Sreejith Rajan" userId="ec11bca0e4bee75f" providerId="LiveId" clId="{7B4F392D-EAB3-4CE7-903E-F84869825F47}" dt="2025-10-17T11:20:51.892" v="4862" actId="5793"/>
          <ac:spMkLst>
            <pc:docMk/>
            <pc:sldMk cId="1438249901" sldId="310"/>
            <ac:spMk id="2" creationId="{0545BD21-A9FB-C87C-6FF7-E8F14B767E28}"/>
          </ac:spMkLst>
        </pc:spChg>
        <pc:spChg chg="mod">
          <ac:chgData name="Sreejith Rajan" userId="ec11bca0e4bee75f" providerId="LiveId" clId="{7B4F392D-EAB3-4CE7-903E-F84869825F47}" dt="2025-10-17T10:56:40.712" v="4851" actId="20577"/>
          <ac:spMkLst>
            <pc:docMk/>
            <pc:sldMk cId="1438249901" sldId="310"/>
            <ac:spMk id="3" creationId="{81FBEAC1-5C44-3BF3-C4C6-F8BD52CC6144}"/>
          </ac:spMkLst>
        </pc:spChg>
        <pc:picChg chg="add del mod">
          <ac:chgData name="Sreejith Rajan" userId="ec11bca0e4bee75f" providerId="LiveId" clId="{7B4F392D-EAB3-4CE7-903E-F84869825F47}" dt="2025-10-17T10:56:32.806" v="4846" actId="478"/>
          <ac:picMkLst>
            <pc:docMk/>
            <pc:sldMk cId="1438249901" sldId="310"/>
            <ac:picMk id="5" creationId="{C80F0B75-E604-2229-8053-209C6597C3FC}"/>
          </ac:picMkLst>
        </pc:picChg>
      </pc:sldChg>
      <pc:sldChg chg="add del">
        <pc:chgData name="Sreejith Rajan" userId="ec11bca0e4bee75f" providerId="LiveId" clId="{7B4F392D-EAB3-4CE7-903E-F84869825F47}" dt="2025-10-06T12:54:14.233" v="4546" actId="47"/>
        <pc:sldMkLst>
          <pc:docMk/>
          <pc:sldMk cId="4077827766" sldId="310"/>
        </pc:sldMkLst>
      </pc:sldChg>
      <pc:sldChg chg="addSp delSp modSp add del mod">
        <pc:chgData name="Sreejith Rajan" userId="ec11bca0e4bee75f" providerId="LiveId" clId="{7B4F392D-EAB3-4CE7-903E-F84869825F47}" dt="2025-10-08T05:49:18.592" v="4624" actId="47"/>
        <pc:sldMkLst>
          <pc:docMk/>
          <pc:sldMk cId="3564116750" sldId="311"/>
        </pc:sldMkLst>
      </pc:sldChg>
      <pc:sldChg chg="modSp add mod">
        <pc:chgData name="Sreejith Rajan" userId="ec11bca0e4bee75f" providerId="LiveId" clId="{7B4F392D-EAB3-4CE7-903E-F84869825F47}" dt="2025-10-17T11:23:45.344" v="4920" actId="20577"/>
        <pc:sldMkLst>
          <pc:docMk/>
          <pc:sldMk cId="3603331044" sldId="311"/>
        </pc:sldMkLst>
        <pc:spChg chg="mod">
          <ac:chgData name="Sreejith Rajan" userId="ec11bca0e4bee75f" providerId="LiveId" clId="{7B4F392D-EAB3-4CE7-903E-F84869825F47}" dt="2025-10-17T11:23:45.344" v="4920" actId="20577"/>
          <ac:spMkLst>
            <pc:docMk/>
            <pc:sldMk cId="3603331044" sldId="311"/>
            <ac:spMk id="2" creationId="{C406FC51-F050-974A-1895-D0268A085F41}"/>
          </ac:spMkLst>
        </pc:spChg>
        <pc:spChg chg="mod">
          <ac:chgData name="Sreejith Rajan" userId="ec11bca0e4bee75f" providerId="LiveId" clId="{7B4F392D-EAB3-4CE7-903E-F84869825F47}" dt="2025-10-17T11:22:55.915" v="4874" actId="20577"/>
          <ac:spMkLst>
            <pc:docMk/>
            <pc:sldMk cId="3603331044" sldId="311"/>
            <ac:spMk id="3" creationId="{217410D7-D160-3664-1380-6B61F71790CB}"/>
          </ac:spMkLst>
        </pc:spChg>
      </pc:sldChg>
      <pc:sldChg chg="delSp modSp add mod">
        <pc:chgData name="Sreejith Rajan" userId="ec11bca0e4bee75f" providerId="LiveId" clId="{7B4F392D-EAB3-4CE7-903E-F84869825F47}" dt="2025-10-17T11:39:37.321" v="4960" actId="20577"/>
        <pc:sldMkLst>
          <pc:docMk/>
          <pc:sldMk cId="2526330093" sldId="312"/>
        </pc:sldMkLst>
        <pc:spChg chg="del mod">
          <ac:chgData name="Sreejith Rajan" userId="ec11bca0e4bee75f" providerId="LiveId" clId="{7B4F392D-EAB3-4CE7-903E-F84869825F47}" dt="2025-10-17T11:38:58.781" v="4956" actId="478"/>
          <ac:spMkLst>
            <pc:docMk/>
            <pc:sldMk cId="2526330093" sldId="312"/>
            <ac:spMk id="7" creationId="{FBD63728-AC0B-D728-63F0-BEF9DB81DE3B}"/>
          </ac:spMkLst>
        </pc:spChg>
        <pc:spChg chg="mod">
          <ac:chgData name="Sreejith Rajan" userId="ec11bca0e4bee75f" providerId="LiveId" clId="{7B4F392D-EAB3-4CE7-903E-F84869825F47}" dt="2025-10-17T11:39:37.321" v="4960" actId="20577"/>
          <ac:spMkLst>
            <pc:docMk/>
            <pc:sldMk cId="2526330093" sldId="312"/>
            <ac:spMk id="55" creationId="{3D6DFE11-B395-1EA2-3A6E-04D6CAFA4D26}"/>
          </ac:spMkLst>
        </pc:spChg>
      </pc:sldChg>
      <pc:sldChg chg="addSp delSp modSp new mod">
        <pc:chgData name="Sreejith Rajan" userId="ec11bca0e4bee75f" providerId="LiveId" clId="{7B4F392D-EAB3-4CE7-903E-F84869825F47}" dt="2025-10-17T12:00:51.317" v="5107" actId="1076"/>
        <pc:sldMkLst>
          <pc:docMk/>
          <pc:sldMk cId="2855112447" sldId="313"/>
        </pc:sldMkLst>
        <pc:spChg chg="del">
          <ac:chgData name="Sreejith Rajan" userId="ec11bca0e4bee75f" providerId="LiveId" clId="{7B4F392D-EAB3-4CE7-903E-F84869825F47}" dt="2025-10-17T11:58:30.565" v="5091" actId="478"/>
          <ac:spMkLst>
            <pc:docMk/>
            <pc:sldMk cId="2855112447" sldId="313"/>
            <ac:spMk id="2" creationId="{EA89A4A9-C353-350A-EAE8-4D1E59E56B7E}"/>
          </ac:spMkLst>
        </pc:spChg>
        <pc:spChg chg="mod">
          <ac:chgData name="Sreejith Rajan" userId="ec11bca0e4bee75f" providerId="LiveId" clId="{7B4F392D-EAB3-4CE7-903E-F84869825F47}" dt="2025-10-17T11:59:44.277" v="5103" actId="1076"/>
          <ac:spMkLst>
            <pc:docMk/>
            <pc:sldMk cId="2855112447" sldId="313"/>
            <ac:spMk id="3" creationId="{8FEA6191-CF3F-E334-EAE0-F39E153FF31A}"/>
          </ac:spMkLst>
        </pc:spChg>
        <pc:graphicFrameChg chg="add mod modGraphic">
          <ac:chgData name="Sreejith Rajan" userId="ec11bca0e4bee75f" providerId="LiveId" clId="{7B4F392D-EAB3-4CE7-903E-F84869825F47}" dt="2025-10-17T11:59:40.699" v="5102" actId="1076"/>
          <ac:graphicFrameMkLst>
            <pc:docMk/>
            <pc:sldMk cId="2855112447" sldId="313"/>
            <ac:graphicFrameMk id="4" creationId="{9C4FB3FD-2104-5D17-2624-FAC359784385}"/>
          </ac:graphicFrameMkLst>
        </pc:graphicFrameChg>
        <pc:picChg chg="add mod modCrop">
          <ac:chgData name="Sreejith Rajan" userId="ec11bca0e4bee75f" providerId="LiveId" clId="{7B4F392D-EAB3-4CE7-903E-F84869825F47}" dt="2025-10-17T12:00:51.317" v="5107" actId="1076"/>
          <ac:picMkLst>
            <pc:docMk/>
            <pc:sldMk cId="2855112447" sldId="313"/>
            <ac:picMk id="6" creationId="{17A0D31E-E12B-586E-7477-AB4BA92C112D}"/>
          </ac:picMkLst>
        </pc:picChg>
      </pc:sldChg>
      <pc:sldChg chg="addSp delSp modSp add mod">
        <pc:chgData name="Sreejith Rajan" userId="ec11bca0e4bee75f" providerId="LiveId" clId="{7B4F392D-EAB3-4CE7-903E-F84869825F47}" dt="2025-10-17T14:03:11.813" v="5293" actId="1076"/>
        <pc:sldMkLst>
          <pc:docMk/>
          <pc:sldMk cId="482960161" sldId="314"/>
        </pc:sldMkLst>
        <pc:spChg chg="add mod">
          <ac:chgData name="Sreejith Rajan" userId="ec11bca0e4bee75f" providerId="LiveId" clId="{7B4F392D-EAB3-4CE7-903E-F84869825F47}" dt="2025-10-17T14:03:11.813" v="5293" actId="1076"/>
          <ac:spMkLst>
            <pc:docMk/>
            <pc:sldMk cId="482960161" sldId="314"/>
            <ac:spMk id="2" creationId="{9825318B-F3A1-989D-E47B-AD540653FA16}"/>
          </ac:spMkLst>
        </pc:spChg>
        <pc:spChg chg="mod">
          <ac:chgData name="Sreejith Rajan" userId="ec11bca0e4bee75f" providerId="LiveId" clId="{7B4F392D-EAB3-4CE7-903E-F84869825F47}" dt="2025-10-17T14:03:00.673" v="5287" actId="1076"/>
          <ac:spMkLst>
            <pc:docMk/>
            <pc:sldMk cId="482960161" sldId="314"/>
            <ac:spMk id="3" creationId="{A4C0EC8C-FFFA-39B0-4E3A-CE5945EE46C6}"/>
          </ac:spMkLst>
        </pc:spChg>
        <pc:graphicFrameChg chg="del">
          <ac:chgData name="Sreejith Rajan" userId="ec11bca0e4bee75f" providerId="LiveId" clId="{7B4F392D-EAB3-4CE7-903E-F84869825F47}" dt="2025-10-17T14:01:05.270" v="5196" actId="478"/>
          <ac:graphicFrameMkLst>
            <pc:docMk/>
            <pc:sldMk cId="482960161" sldId="314"/>
            <ac:graphicFrameMk id="4" creationId="{B0BF5BED-910A-9E82-BF61-55CF987C415F}"/>
          </ac:graphicFrameMkLst>
        </pc:graphicFrameChg>
        <pc:picChg chg="del">
          <ac:chgData name="Sreejith Rajan" userId="ec11bca0e4bee75f" providerId="LiveId" clId="{7B4F392D-EAB3-4CE7-903E-F84869825F47}" dt="2025-10-17T14:01:03.440" v="5195" actId="478"/>
          <ac:picMkLst>
            <pc:docMk/>
            <pc:sldMk cId="482960161" sldId="314"/>
            <ac:picMk id="6" creationId="{BE195CE9-36B3-413A-3D1A-4FD4BAEC0B28}"/>
          </ac:picMkLst>
        </pc:picChg>
      </pc:sldChg>
      <pc:sldChg chg="addSp delSp modSp add del mod">
        <pc:chgData name="Sreejith Rajan" userId="ec11bca0e4bee75f" providerId="LiveId" clId="{7B4F392D-EAB3-4CE7-903E-F84869825F47}" dt="2025-10-17T12:06:56.243" v="5160" actId="47"/>
        <pc:sldMkLst>
          <pc:docMk/>
          <pc:sldMk cId="2989276729" sldId="314"/>
        </pc:sldMkLst>
        <pc:spChg chg="add">
          <ac:chgData name="Sreejith Rajan" userId="ec11bca0e4bee75f" providerId="LiveId" clId="{7B4F392D-EAB3-4CE7-903E-F84869825F47}" dt="2025-10-17T12:04:06.534" v="5121"/>
          <ac:spMkLst>
            <pc:docMk/>
            <pc:sldMk cId="2989276729" sldId="314"/>
            <ac:spMk id="2" creationId="{5A3794F0-81F6-D89C-6E37-AEF24C849296}"/>
          </ac:spMkLst>
        </pc:spChg>
        <pc:spChg chg="mod">
          <ac:chgData name="Sreejith Rajan" userId="ec11bca0e4bee75f" providerId="LiveId" clId="{7B4F392D-EAB3-4CE7-903E-F84869825F47}" dt="2025-10-17T12:03:39.729" v="5118"/>
          <ac:spMkLst>
            <pc:docMk/>
            <pc:sldMk cId="2989276729" sldId="314"/>
            <ac:spMk id="3" creationId="{E46F198B-C217-1C72-FA41-13CD0234BC26}"/>
          </ac:spMkLst>
        </pc:spChg>
        <pc:spChg chg="add">
          <ac:chgData name="Sreejith Rajan" userId="ec11bca0e4bee75f" providerId="LiveId" clId="{7B4F392D-EAB3-4CE7-903E-F84869825F47}" dt="2025-10-17T12:04:11.031" v="5122"/>
          <ac:spMkLst>
            <pc:docMk/>
            <pc:sldMk cId="2989276729" sldId="314"/>
            <ac:spMk id="5" creationId="{BE603E97-773D-203C-B92B-847AC2F8BFF4}"/>
          </ac:spMkLst>
        </pc:spChg>
        <pc:spChg chg="add mod">
          <ac:chgData name="Sreejith Rajan" userId="ec11bca0e4bee75f" providerId="LiveId" clId="{7B4F392D-EAB3-4CE7-903E-F84869825F47}" dt="2025-10-17T12:06:41.111" v="5159"/>
          <ac:spMkLst>
            <pc:docMk/>
            <pc:sldMk cId="2989276729" sldId="314"/>
            <ac:spMk id="7" creationId="{7A25298E-3386-A62F-A5A8-3EB375DFD3A4}"/>
          </ac:spMkLst>
        </pc:spChg>
        <pc:spChg chg="add">
          <ac:chgData name="Sreejith Rajan" userId="ec11bca0e4bee75f" providerId="LiveId" clId="{7B4F392D-EAB3-4CE7-903E-F84869825F47}" dt="2025-10-17T12:04:26.331" v="5124"/>
          <ac:spMkLst>
            <pc:docMk/>
            <pc:sldMk cId="2989276729" sldId="314"/>
            <ac:spMk id="8" creationId="{ED539ACE-82A7-462D-65AC-507265D4386F}"/>
          </ac:spMkLst>
        </pc:spChg>
        <pc:spChg chg="add">
          <ac:chgData name="Sreejith Rajan" userId="ec11bca0e4bee75f" providerId="LiveId" clId="{7B4F392D-EAB3-4CE7-903E-F84869825F47}" dt="2025-10-17T12:04:34.782" v="5132"/>
          <ac:spMkLst>
            <pc:docMk/>
            <pc:sldMk cId="2989276729" sldId="314"/>
            <ac:spMk id="9" creationId="{3D0C4044-0C74-3AF3-6DA6-687E25903630}"/>
          </ac:spMkLst>
        </pc:spChg>
        <pc:spChg chg="add">
          <ac:chgData name="Sreejith Rajan" userId="ec11bca0e4bee75f" providerId="LiveId" clId="{7B4F392D-EAB3-4CE7-903E-F84869825F47}" dt="2025-10-17T12:04:47.573" v="5133"/>
          <ac:spMkLst>
            <pc:docMk/>
            <pc:sldMk cId="2989276729" sldId="314"/>
            <ac:spMk id="10" creationId="{8F7ED367-72C0-1116-3519-F3EA84351475}"/>
          </ac:spMkLst>
        </pc:spChg>
        <pc:graphicFrameChg chg="del">
          <ac:chgData name="Sreejith Rajan" userId="ec11bca0e4bee75f" providerId="LiveId" clId="{7B4F392D-EAB3-4CE7-903E-F84869825F47}" dt="2025-10-17T12:03:44.838" v="5120" actId="478"/>
          <ac:graphicFrameMkLst>
            <pc:docMk/>
            <pc:sldMk cId="2989276729" sldId="314"/>
            <ac:graphicFrameMk id="4" creationId="{DB207E35-5B5A-B6D7-A808-D5EA15E87D35}"/>
          </ac:graphicFrameMkLst>
        </pc:graphicFrameChg>
        <pc:picChg chg="del">
          <ac:chgData name="Sreejith Rajan" userId="ec11bca0e4bee75f" providerId="LiveId" clId="{7B4F392D-EAB3-4CE7-903E-F84869825F47}" dt="2025-10-17T12:03:41.584" v="5119" actId="478"/>
          <ac:picMkLst>
            <pc:docMk/>
            <pc:sldMk cId="2989276729" sldId="314"/>
            <ac:picMk id="6" creationId="{51F5B340-CFEC-60B4-CA2E-12AF1B09FA05}"/>
          </ac:picMkLst>
        </pc:picChg>
      </pc:sldChg>
      <pc:sldMasterChg chg="delSldLayout">
        <pc:chgData name="Sreejith Rajan" userId="ec11bca0e4bee75f" providerId="LiveId" clId="{7B4F392D-EAB3-4CE7-903E-F84869825F47}" dt="2025-09-26T13:36:35.786" v="1820" actId="47"/>
        <pc:sldMasterMkLst>
          <pc:docMk/>
          <pc:sldMasterMk cId="0" sldId="2147483654"/>
        </pc:sldMasterMkLst>
        <pc:sldLayoutChg chg="del">
          <pc:chgData name="Sreejith Rajan" userId="ec11bca0e4bee75f" providerId="LiveId" clId="{7B4F392D-EAB3-4CE7-903E-F84869825F47}" dt="2025-09-26T13:36:35.786" v="1820" actId="47"/>
          <pc:sldLayoutMkLst>
            <pc:docMk/>
            <pc:sldMasterMk cId="0" sldId="2147483654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" name="Google Shape;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C0674-90B6-EAEB-6338-ED422B199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355D79EB-42FF-85CA-8FFC-F2A42F04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4340FE91-4FAE-F81E-4431-09BEF7A1AC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629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E601F7B-2037-198D-C0BC-12CFD54A7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B3CA5C5-6EE8-F0B6-6967-22DAB7E742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246D1FD9-DAA5-4A9F-0B37-C67F1F0E7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817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F43134-B624-B10D-6AD2-D3CBB0C32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AB7200D-362D-620D-E5FF-605BD841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DC573112-6607-FC33-8FB6-FC8650B0D6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0621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4F8BA1B-C4F8-641D-D8C0-32CFA5F1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901962AB-FC3F-8EFF-73A3-23DDCED1E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7BD23833-829A-A031-168D-8403DE7E58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189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FEFF198-84FC-6AA3-06AF-495AD4F50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0EF3E80F-4324-2100-AF37-0795EA8D7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C5C7B9DD-B8ED-7B79-D60F-8F4B9EF76C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5241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A3C102B-E2EC-AEEF-09C3-D658D547C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E381116E-61D6-0E72-B412-2FD6083201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6A227C68-5B89-9262-979D-B40687183A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7146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f2b50d283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f2b50d283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Heading &amp; Faculty Nam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Anek Malayalam SemiBold"/>
              <a:buNone/>
              <a:defRPr sz="4000">
                <a:latin typeface="Anek Malayalam SemiBold"/>
                <a:ea typeface="Anek Malayalam SemiBold"/>
                <a:cs typeface="Anek Malayalam SemiBold"/>
                <a:sym typeface="Anek Malayalam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2698250" y="1152475"/>
            <a:ext cx="5905500" cy="24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2731850" y="2066275"/>
            <a:ext cx="602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nek Malayalam"/>
              <a:buNone/>
              <a:defRPr sz="2800" b="1">
                <a:solidFill>
                  <a:schemeClr val="accent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698250" y="1074550"/>
            <a:ext cx="5905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nek Malayalam"/>
              <a:buChar char="●"/>
              <a:defRPr sz="1800"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2286000" cy="513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ek Malayalam"/>
              <a:ea typeface="Anek Malayalam"/>
              <a:cs typeface="Anek Malayalam"/>
              <a:sym typeface="Anek Malayalam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7">
            <a:alphaModFix/>
          </a:blip>
          <a:srcRect l="3279" r="3288"/>
          <a:stretch/>
        </p:blipFill>
        <p:spPr>
          <a:xfrm>
            <a:off x="601275" y="338099"/>
            <a:ext cx="1083450" cy="4551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/>
            <a:r>
              <a:rPr lang="en-US" dirty="0"/>
              <a:t>Universal Synchronous and Asynchronous Receiver and Transmitter - USART</a:t>
            </a:r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Dr.Sreejith Rajan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EF7B-3539-1FE9-1049-2A86692B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45BD21-A9FB-C87C-6FF7-E8F14B767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USART is a serial communication module built into the ATmega328 microcontroller.</a:t>
            </a:r>
          </a:p>
          <a:p>
            <a:pPr marL="114300" indent="0">
              <a:buNone/>
            </a:pPr>
            <a:endParaRPr lang="en-US" dirty="0"/>
          </a:p>
          <a:p>
            <a:r>
              <a:rPr lang="en-US" dirty="0"/>
              <a:t>It allows the MCU to communicate serially -  that is, send and receive data one bit at a time through two wires:</a:t>
            </a:r>
          </a:p>
          <a:p>
            <a:pPr lvl="1"/>
            <a:r>
              <a:rPr lang="en-US" dirty="0"/>
              <a:t>TX (Transmit) — sends data out from the MCU</a:t>
            </a:r>
          </a:p>
          <a:p>
            <a:pPr lvl="1"/>
            <a:r>
              <a:rPr lang="en-US" dirty="0"/>
              <a:t>RX (Receive) — receives data into the MCU</a:t>
            </a: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BEAC1-5C44-3BF3-C4C6-F8BD52CC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USART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249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F8BFC-3D85-9D35-CEFB-1D6D64211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06FC51-F050-974A-1895-D0268A085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b="1" dirty="0"/>
              <a:t>Asynchronous Mode</a:t>
            </a:r>
            <a:r>
              <a:rPr lang="en-US" dirty="0"/>
              <a:t> - no external clock (most common, e.g. RS-232 communication with PC)</a:t>
            </a:r>
          </a:p>
          <a:p>
            <a:endParaRPr lang="en-US" dirty="0"/>
          </a:p>
          <a:p>
            <a:r>
              <a:rPr lang="en-US" b="1" dirty="0"/>
              <a:t>Synchronous Mode</a:t>
            </a:r>
            <a:r>
              <a:rPr lang="en-US" dirty="0"/>
              <a:t> - uses an external clock for data timing (rarely used)</a:t>
            </a:r>
          </a:p>
          <a:p>
            <a:endParaRPr lang="en-US" dirty="0"/>
          </a:p>
          <a:p>
            <a:r>
              <a:rPr lang="en-US" dirty="0"/>
              <a:t>No synchronous </a:t>
            </a:r>
            <a:r>
              <a:rPr lang="en-US" dirty="0">
                <a:sym typeface="Wingdings" panose="05000000000000000000" pitchFamily="2" charset="2"/>
              </a:rPr>
              <a:t> USART  UART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7410D7-D160-3664-1380-6B61F717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USART - Modes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333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D38584-9F2E-A179-FCB7-9F46BA70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C4CE2FAD-1A13-21FB-4CDB-D7E0702E41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11931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Baud Rate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FF1E4D12-E5A8-7B19-694A-8370FEB4E4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869950" lvl="1" indent="-285750">
              <a:buSzPts val="2000"/>
            </a:pPr>
            <a:r>
              <a:rPr lang="en-US" sz="1800" dirty="0"/>
              <a:t>It’s the </a:t>
            </a:r>
            <a:r>
              <a:rPr lang="en-US" sz="1800" b="1" dirty="0"/>
              <a:t>speed of data transmission</a:t>
            </a:r>
            <a:r>
              <a:rPr lang="en-US" sz="1800" dirty="0"/>
              <a:t> between two devices.</a:t>
            </a:r>
          </a:p>
          <a:p>
            <a:pPr marL="869950" lvl="1" indent="-285750">
              <a:buSzPts val="2000"/>
            </a:pPr>
            <a:endParaRPr lang="en-US" sz="1800" dirty="0"/>
          </a:p>
          <a:p>
            <a:r>
              <a:rPr lang="en-US" dirty="0"/>
              <a:t>For example:</a:t>
            </a:r>
          </a:p>
          <a:p>
            <a:pPr marL="114300" indent="0">
              <a:buNone/>
            </a:pPr>
            <a:r>
              <a:rPr lang="en-US" dirty="0"/>
              <a:t>	9600 baud → 9600 bits per second</a:t>
            </a:r>
          </a:p>
          <a:p>
            <a:pPr marL="114300" indent="0">
              <a:buNone/>
            </a:pPr>
            <a:r>
              <a:rPr lang="en-US" dirty="0"/>
              <a:t>	115200 baud → 115,200 bits per second</a:t>
            </a:r>
          </a:p>
          <a:p>
            <a:pPr marL="869950" lvl="1" indent="-285750">
              <a:buSzPts val="2000"/>
            </a:pPr>
            <a:endParaRPr lang="en-US" sz="1800" b="1" dirty="0"/>
          </a:p>
          <a:p>
            <a:pPr marL="584200" lvl="1" indent="0">
              <a:buSzPts val="2000"/>
              <a:buNone/>
            </a:pP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99D143-8BAE-94DC-08F8-20BCB21DAA64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59199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3B23579-1A5C-1111-AE20-B03DD460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5CB4A251-485A-CFE0-530F-79D171A88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11931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Baud Rate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Google Shape;55;p11">
                <a:extLst>
                  <a:ext uri="{FF2B5EF4-FFF2-40B4-BE49-F238E27FC236}">
                    <a16:creationId xmlns:a16="http://schemas.microsoft.com/office/drawing/2014/main" id="{3D6DFE11-B395-1EA2-3A6E-04D6CAFA4D2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386896" y="1083767"/>
                <a:ext cx="6528207" cy="3359444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r>
                  <a:rPr lang="en-IN" dirty="0"/>
                  <a:t>We set the baud rate by loading a value into the </a:t>
                </a:r>
                <a:r>
                  <a:rPr lang="en-IN" b="1" dirty="0"/>
                  <a:t>UBRR0 register</a:t>
                </a:r>
                <a:r>
                  <a:rPr lang="en-IN" dirty="0"/>
                  <a:t>:</a:t>
                </a:r>
              </a:p>
              <a:p>
                <a:endParaRPr lang="en-IN" dirty="0"/>
              </a:p>
              <a:p>
                <a:pPr marL="1143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/>
                        <m:t>𝑈𝐵𝑅𝑅</m:t>
                      </m:r>
                      <m:r>
                        <a:rPr lang="en-IN"/>
                        <m:t>=</m:t>
                      </m:r>
                      <m:f>
                        <m:fPr>
                          <m:ctrlPr>
                            <a:rPr lang="ar-AE" i="1"/>
                          </m:ctrlPr>
                        </m:fPr>
                        <m:num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𝐹</m:t>
                              </m:r>
                            </m:e>
                            <m:sub>
                              <m:r>
                                <a:rPr lang="ar-AE" i="1"/>
                                <m:t>𝐶𝑃𝑈</m:t>
                              </m:r>
                            </m:sub>
                          </m:sSub>
                        </m:num>
                        <m:den>
                          <m:r>
                            <a:rPr lang="ar-AE"/>
                            <m:t>16</m:t>
                          </m:r>
                          <m:r>
                            <a:rPr lang="ar-AE"/>
                            <m:t>×</m:t>
                          </m:r>
                          <m:r>
                            <a:rPr lang="ar-AE" i="1"/>
                            <m:t>𝐵𝑎𝑢𝑑</m:t>
                          </m:r>
                        </m:den>
                      </m:f>
                      <m:r>
                        <a:rPr lang="ar-AE"/>
                        <m:t>−</m:t>
                      </m:r>
                      <m:r>
                        <a:rPr lang="ar-AE"/>
                        <m:t>1</m:t>
                      </m:r>
                    </m:oMath>
                  </m:oMathPara>
                </a14:m>
                <a:endParaRPr lang="ar-AE" dirty="0"/>
              </a:p>
              <a:p>
                <a:pPr marL="869950" lvl="1" indent="-285750">
                  <a:buSzPts val="2000"/>
                </a:pPr>
                <a:endParaRPr lang="en-US" sz="1800" b="1" dirty="0"/>
              </a:p>
              <a:p>
                <a:pPr marL="869950" lvl="1" indent="-285750">
                  <a:buSzPts val="2000"/>
                </a:pPr>
                <a:endParaRPr lang="en-US" sz="1800" b="1" dirty="0"/>
              </a:p>
              <a:p>
                <a:r>
                  <a:rPr lang="en-IN" dirty="0"/>
                  <a:t>Example for 16 MHz clock and 9600 baud:</a:t>
                </a:r>
              </a:p>
              <a:p>
                <a:pPr marL="1143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/>
                        <m:t>𝑈𝐵𝑅𝑅</m:t>
                      </m:r>
                      <m:r>
                        <a:rPr lang="en-IN"/>
                        <m:t>=</m:t>
                      </m:r>
                      <m:f>
                        <m:fPr>
                          <m:ctrlPr>
                            <a:rPr lang="ar-AE" i="1"/>
                          </m:ctrlPr>
                        </m:fPr>
                        <m:num>
                          <m:r>
                            <a:rPr lang="ar-AE"/>
                            <m:t>16</m:t>
                          </m:r>
                          <m:r>
                            <a:rPr lang="ar-AE"/>
                            <m:t>,</m:t>
                          </m:r>
                          <m:r>
                            <a:rPr lang="ar-AE"/>
                            <m:t>000</m:t>
                          </m:r>
                          <m:r>
                            <a:rPr lang="ar-AE"/>
                            <m:t>,</m:t>
                          </m:r>
                          <m:r>
                            <a:rPr lang="ar-AE"/>
                            <m:t>000</m:t>
                          </m:r>
                        </m:num>
                        <m:den>
                          <m:r>
                            <a:rPr lang="ar-AE"/>
                            <m:t>16</m:t>
                          </m:r>
                          <m:r>
                            <a:rPr lang="ar-AE"/>
                            <m:t>×</m:t>
                          </m:r>
                          <m:r>
                            <a:rPr lang="ar-AE"/>
                            <m:t>9600</m:t>
                          </m:r>
                        </m:den>
                      </m:f>
                      <m:r>
                        <a:rPr lang="ar-AE"/>
                        <m:t>−</m:t>
                      </m:r>
                      <m:r>
                        <a:rPr lang="ar-AE"/>
                        <m:t>1</m:t>
                      </m:r>
                      <m:r>
                        <a:rPr lang="ar-AE"/>
                        <m:t>=</m:t>
                      </m:r>
                      <m:r>
                        <a:rPr lang="ar-AE"/>
                        <m:t>103</m:t>
                      </m:r>
                    </m:oMath>
                  </m:oMathPara>
                </a14:m>
                <a:endParaRPr lang="ar-AE" dirty="0"/>
              </a:p>
              <a:p>
                <a:pPr marL="584200" lvl="1" indent="0">
                  <a:buSzPts val="2000"/>
                  <a:buNone/>
                </a:pPr>
                <a:endParaRPr lang="en-US" sz="1800" b="1" dirty="0"/>
              </a:p>
            </p:txBody>
          </p:sp>
        </mc:Choice>
        <mc:Fallback>
          <p:sp>
            <p:nvSpPr>
              <p:cNvPr id="55" name="Google Shape;55;p11">
                <a:extLst>
                  <a:ext uri="{FF2B5EF4-FFF2-40B4-BE49-F238E27FC236}">
                    <a16:creationId xmlns:a16="http://schemas.microsoft.com/office/drawing/2014/main" id="{3D6DFE11-B395-1EA2-3A6E-04D6CAFA4D2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86896" y="1083767"/>
                <a:ext cx="6528207" cy="33594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6330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1852B3E-757A-5C62-1EC1-A73D50DEB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02F49DB7-EDC5-358E-8CD6-35569CA25E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Useful Registers</a:t>
            </a:r>
            <a:endParaRPr sz="33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22F68A-D3F9-08CD-566F-B67C4DB6E8E1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C14D1A-5AAA-3717-6B09-C7ADDC6BE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270140"/>
              </p:ext>
            </p:extLst>
          </p:nvPr>
        </p:nvGraphicFramePr>
        <p:xfrm>
          <a:off x="2852670" y="1013869"/>
          <a:ext cx="6136782" cy="3764317"/>
        </p:xfrm>
        <a:graphic>
          <a:graphicData uri="http://schemas.openxmlformats.org/drawingml/2006/table">
            <a:tbl>
              <a:tblPr/>
              <a:tblGrid>
                <a:gridCol w="1107584">
                  <a:extLst>
                    <a:ext uri="{9D8B030D-6E8A-4147-A177-3AD203B41FA5}">
                      <a16:colId xmlns:a16="http://schemas.microsoft.com/office/drawing/2014/main" val="3092908270"/>
                    </a:ext>
                  </a:extLst>
                </a:gridCol>
                <a:gridCol w="2575774">
                  <a:extLst>
                    <a:ext uri="{9D8B030D-6E8A-4147-A177-3AD203B41FA5}">
                      <a16:colId xmlns:a16="http://schemas.microsoft.com/office/drawing/2014/main" val="1401083231"/>
                    </a:ext>
                  </a:extLst>
                </a:gridCol>
                <a:gridCol w="2453424">
                  <a:extLst>
                    <a:ext uri="{9D8B030D-6E8A-4147-A177-3AD203B41FA5}">
                      <a16:colId xmlns:a16="http://schemas.microsoft.com/office/drawing/2014/main" val="3526543351"/>
                    </a:ext>
                  </a:extLst>
                </a:gridCol>
              </a:tblGrid>
              <a:tr h="1867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>
                          <a:solidFill>
                            <a:srgbClr val="00B0F0"/>
                          </a:solidFill>
                        </a:rPr>
                        <a:t>Register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>
                          <a:solidFill>
                            <a:srgbClr val="00B0F0"/>
                          </a:solidFill>
                        </a:rPr>
                        <a:t>Full Name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dirty="0">
                          <a:solidFill>
                            <a:srgbClr val="00B0F0"/>
                          </a:solidFill>
                        </a:rPr>
                        <a:t>Function / Purpose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998212"/>
                  </a:ext>
                </a:extLst>
              </a:tr>
              <a:tr h="4483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UBRR0H</a:t>
                      </a:r>
                      <a:endParaRPr lang="en-IN" sz="110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USART Baud Rate Register High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Holds the </a:t>
                      </a:r>
                      <a:r>
                        <a:rPr lang="en-US" sz="1100" b="1"/>
                        <a:t>upper 8 bits</a:t>
                      </a:r>
                      <a:r>
                        <a:rPr lang="en-US" sz="1100"/>
                        <a:t> of the 16-bit baud rate value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9558081"/>
                  </a:ext>
                </a:extLst>
              </a:tr>
              <a:tr h="317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UBRR0L</a:t>
                      </a:r>
                      <a:endParaRPr lang="en-IN" sz="110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USART Baud Rate Register Low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Holds the </a:t>
                      </a:r>
                      <a:r>
                        <a:rPr lang="en-US" sz="1100" b="1"/>
                        <a:t>lower 8 bits</a:t>
                      </a:r>
                      <a:r>
                        <a:rPr lang="en-US" sz="1100"/>
                        <a:t> of the baud rate value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9820900"/>
                  </a:ext>
                </a:extLst>
              </a:tr>
              <a:tr h="8405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UCSR0A</a:t>
                      </a:r>
                      <a:endParaRPr lang="en-IN" sz="110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USART Control and Status Register A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Contains </a:t>
                      </a:r>
                      <a:r>
                        <a:rPr lang="en-US" sz="1100" b="1"/>
                        <a:t>status flags</a:t>
                      </a:r>
                      <a:r>
                        <a:rPr lang="en-US" sz="1100"/>
                        <a:t> and control bits (TX complete, RX complete, buffer empty, double speed, etc.)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709051"/>
                  </a:ext>
                </a:extLst>
              </a:tr>
              <a:tr h="7098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UCSR0B</a:t>
                      </a:r>
                      <a:endParaRPr lang="en-IN" sz="1100" dirty="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USART Control and Status Register B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Used to </a:t>
                      </a:r>
                      <a:r>
                        <a:rPr lang="en-US" sz="1100" b="1"/>
                        <a:t>enable/disable</a:t>
                      </a:r>
                      <a:r>
                        <a:rPr lang="en-US" sz="1100"/>
                        <a:t> transmitter, receiver, and interrupts; selects 9-bit mode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7005455"/>
                  </a:ext>
                </a:extLst>
              </a:tr>
              <a:tr h="579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UCSR0C</a:t>
                      </a:r>
                      <a:endParaRPr lang="en-IN" sz="110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USART Control and Status Register C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Sets </a:t>
                      </a:r>
                      <a:r>
                        <a:rPr lang="en-IN" sz="1100" b="1"/>
                        <a:t>frame format</a:t>
                      </a:r>
                      <a:r>
                        <a:rPr lang="en-IN" sz="1100"/>
                        <a:t> (data bits, stop bits, parity mode, sync/async mode)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108454"/>
                  </a:ext>
                </a:extLst>
              </a:tr>
              <a:tr h="579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UDR0</a:t>
                      </a:r>
                      <a:endParaRPr lang="en-IN" sz="110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USART Data Register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Actual </a:t>
                      </a:r>
                      <a:r>
                        <a:rPr lang="en-US" sz="1100" b="1" dirty="0"/>
                        <a:t>data buffer</a:t>
                      </a:r>
                      <a:r>
                        <a:rPr lang="en-US" sz="1100" dirty="0"/>
                        <a:t> used for both </a:t>
                      </a:r>
                      <a:r>
                        <a:rPr lang="en-US" sz="1100" b="1" dirty="0"/>
                        <a:t>transmit</a:t>
                      </a:r>
                      <a:r>
                        <a:rPr lang="en-US" sz="1100" dirty="0"/>
                        <a:t> and </a:t>
                      </a:r>
                      <a:r>
                        <a:rPr lang="en-US" sz="1100" b="1" dirty="0"/>
                        <a:t>receive</a:t>
                      </a:r>
                      <a:r>
                        <a:rPr lang="en-US" sz="1100" dirty="0"/>
                        <a:t> operations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91821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0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F72FC09-A613-DAE7-4D34-BDA015B28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F3AF189E-4033-9158-F5CD-9B7898D9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US" sz="3600" dirty="0"/>
              <a:t>UBRR0H &amp; UBRR0L – Baud Rate Registers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E223-7D9A-6A78-3F54-5726BFE3D912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A78BCC-8CA8-0617-9366-BE5A8D2982A2}"/>
                  </a:ext>
                </a:extLst>
              </p:cNvPr>
              <p:cNvSpPr txBox="1"/>
              <p:nvPr/>
            </p:nvSpPr>
            <p:spPr>
              <a:xfrm>
                <a:off x="2376152" y="1477540"/>
                <a:ext cx="6767848" cy="15728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dirty="0">
                    <a:solidFill>
                      <a:schemeClr val="tx1"/>
                    </a:solidFill>
                  </a:rPr>
                  <a:t>These two registers together form the </a:t>
                </a:r>
                <a:r>
                  <a:rPr lang="en-IN" b="1" dirty="0">
                    <a:solidFill>
                      <a:schemeClr val="tx1"/>
                    </a:solidFill>
                  </a:rPr>
                  <a:t>UBRR0 (16-bit)</a:t>
                </a:r>
                <a:r>
                  <a:rPr lang="en-IN" dirty="0">
                    <a:solidFill>
                      <a:schemeClr val="tx1"/>
                    </a:solidFill>
                  </a:rPr>
                  <a:t> baud rate register.</a:t>
                </a:r>
              </a:p>
              <a:p>
                <a:pPr>
                  <a:buNone/>
                </a:pPr>
                <a:r>
                  <a:rPr lang="en-IN" b="1" dirty="0">
                    <a:solidFill>
                      <a:schemeClr val="tx1"/>
                    </a:solidFill>
                  </a:rPr>
                  <a:t>Formula:</a:t>
                </a:r>
                <a:endParaRPr lang="en-IN" dirty="0">
                  <a:solidFill>
                    <a:schemeClr val="tx1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𝑈𝐵𝑅𝑅</m:t>
                      </m:r>
                      <m:r>
                        <a:rPr lang="en-I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I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ar-A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𝐶𝑃𝑈</m:t>
                              </m:r>
                            </m:sub>
                          </m:sSub>
                        </m:num>
                        <m:den>
                          <m:r>
                            <a:rPr lang="ar-AE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ar-AE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𝐵𝑎𝑢𝑑</m:t>
                          </m:r>
                        </m:den>
                      </m:f>
                      <m:r>
                        <a:rPr lang="ar-AE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IN" dirty="0">
                  <a:solidFill>
                    <a:schemeClr val="tx1"/>
                  </a:solidFill>
                </a:endParaRPr>
              </a:p>
              <a:p>
                <a:pPr>
                  <a:buNone/>
                </a:pPr>
                <a:endParaRPr lang="en-IN" dirty="0">
                  <a:solidFill>
                    <a:schemeClr val="tx1"/>
                  </a:solidFill>
                </a:endParaRPr>
              </a:p>
              <a:p>
                <a:pPr>
                  <a:buNone/>
                </a:pPr>
                <a:endParaRPr lang="ar-AE" dirty="0">
                  <a:solidFill>
                    <a:schemeClr val="tx1"/>
                  </a:solidFill>
                </a:endParaRPr>
              </a:p>
              <a:p>
                <a:pPr>
                  <a:buNone/>
                </a:pPr>
                <a:r>
                  <a:rPr lang="en-IN" dirty="0">
                    <a:solidFill>
                      <a:schemeClr val="tx1"/>
                    </a:solidFill>
                  </a:rPr>
                  <a:t>Example for 16 MHz and 9600 baud → </a:t>
                </a:r>
                <a:r>
                  <a:rPr lang="en-IN" dirty="0">
                    <a:solidFill>
                      <a:schemeClr val="tx1"/>
                    </a:solidFill>
                    <a:latin typeface="Courier New" panose="02070309020205020404" pitchFamily="49" charset="0"/>
                  </a:rPr>
                  <a:t>UBRR0 = 103</a:t>
                </a:r>
                <a:endParaRPr lang="en-IN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A78BCC-8CA8-0617-9366-BE5A8D298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6152" y="1477540"/>
                <a:ext cx="6767848" cy="1572866"/>
              </a:xfrm>
              <a:prstGeom prst="rect">
                <a:avLst/>
              </a:prstGeom>
              <a:blipFill>
                <a:blip r:embed="rId3"/>
                <a:stretch>
                  <a:fillRect l="-270" t="-388" b="-387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78EFDE3-6B5B-FC9B-F61D-BED436210CCA}"/>
              </a:ext>
            </a:extLst>
          </p:cNvPr>
          <p:cNvSpPr txBox="1"/>
          <p:nvPr/>
        </p:nvSpPr>
        <p:spPr>
          <a:xfrm>
            <a:off x="4900411" y="3720929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So we can use </a:t>
            </a:r>
          </a:p>
          <a:p>
            <a:endParaRPr lang="en-IN" dirty="0">
              <a:solidFill>
                <a:schemeClr val="tx1"/>
              </a:solidFill>
            </a:endParaRPr>
          </a:p>
          <a:p>
            <a:r>
              <a:rPr lang="en-IN" dirty="0">
                <a:solidFill>
                  <a:schemeClr val="tx1"/>
                </a:solidFill>
              </a:rPr>
              <a:t>UBRR0H = 0;</a:t>
            </a:r>
          </a:p>
          <a:p>
            <a:r>
              <a:rPr lang="en-IN" dirty="0">
                <a:solidFill>
                  <a:schemeClr val="tx1"/>
                </a:solidFill>
              </a:rPr>
              <a:t>UBRR0L = 103;</a:t>
            </a:r>
          </a:p>
        </p:txBody>
      </p:sp>
    </p:spTree>
    <p:extLst>
      <p:ext uri="{BB962C8B-B14F-4D97-AF65-F5344CB8AC3E}">
        <p14:creationId xmlns:p14="http://schemas.microsoft.com/office/powerpoint/2010/main" val="3122419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FF7EA70-45B0-7923-D8A0-1B46348A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8061634A-979C-C166-97DF-06E0A8DA82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73122" y="161273"/>
            <a:ext cx="6800044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>
              <a:lnSpc>
                <a:spcPct val="115000"/>
              </a:lnSpc>
            </a:pPr>
            <a:r>
              <a:rPr lang="en-US" sz="2800" dirty="0"/>
              <a:t>UCSR0A – Control and Status Register A</a:t>
            </a:r>
            <a:endParaRPr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08CA9-762E-FB38-A50B-1A30523E9086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9ECB0A0-8E32-7C48-D529-F928B9052D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8887092"/>
              </p:ext>
            </p:extLst>
          </p:nvPr>
        </p:nvGraphicFramePr>
        <p:xfrm>
          <a:off x="2661232" y="1499092"/>
          <a:ext cx="6288110" cy="3483135"/>
        </p:xfrm>
        <a:graphic>
          <a:graphicData uri="http://schemas.openxmlformats.org/drawingml/2006/table">
            <a:tbl>
              <a:tblPr/>
              <a:tblGrid>
                <a:gridCol w="665283">
                  <a:extLst>
                    <a:ext uri="{9D8B030D-6E8A-4147-A177-3AD203B41FA5}">
                      <a16:colId xmlns:a16="http://schemas.microsoft.com/office/drawing/2014/main" val="3270847940"/>
                    </a:ext>
                  </a:extLst>
                </a:gridCol>
                <a:gridCol w="1769587">
                  <a:extLst>
                    <a:ext uri="{9D8B030D-6E8A-4147-A177-3AD203B41FA5}">
                      <a16:colId xmlns:a16="http://schemas.microsoft.com/office/drawing/2014/main" val="2962491628"/>
                    </a:ext>
                  </a:extLst>
                </a:gridCol>
                <a:gridCol w="3853240">
                  <a:extLst>
                    <a:ext uri="{9D8B030D-6E8A-4147-A177-3AD203B41FA5}">
                      <a16:colId xmlns:a16="http://schemas.microsoft.com/office/drawing/2014/main" val="1160534240"/>
                    </a:ext>
                  </a:extLst>
                </a:gridCol>
              </a:tblGrid>
              <a:tr h="2135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732972"/>
                  </a:ext>
                </a:extLst>
              </a:tr>
              <a:tr h="3629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7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RXC0</a:t>
                      </a:r>
                      <a:endParaRPr lang="en-IN" sz="1200" dirty="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Receive Complete flag (1 → data received)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461157"/>
                  </a:ext>
                </a:extLst>
              </a:tr>
              <a:tr h="5124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6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TXC0</a:t>
                      </a:r>
                      <a:endParaRPr lang="en-IN" sz="1200" dirty="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Transmit Complete flag (1 → transmission done)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707209"/>
                  </a:ext>
                </a:extLst>
              </a:tr>
              <a:tr h="5124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UDRE0</a:t>
                      </a:r>
                      <a:endParaRPr lang="en-IN" sz="1200" dirty="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USART Data Register Empty (ready for new byte)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747546"/>
                  </a:ext>
                </a:extLst>
              </a:tr>
              <a:tr h="3629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4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FE0</a:t>
                      </a:r>
                      <a:endParaRPr lang="en-IN" sz="120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Frame Error (stop bit missing or corrupted)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897996"/>
                  </a:ext>
                </a:extLst>
              </a:tr>
              <a:tr h="5124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DOR0</a:t>
                      </a:r>
                      <a:endParaRPr lang="en-IN" sz="120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Data </a:t>
                      </a:r>
                      <a:r>
                        <a:rPr lang="en-US" sz="1200" dirty="0" err="1"/>
                        <a:t>OverRun</a:t>
                      </a:r>
                      <a:r>
                        <a:rPr lang="en-US" sz="1200" dirty="0"/>
                        <a:t> (new data arrived before previous read)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8036857"/>
                  </a:ext>
                </a:extLst>
              </a:tr>
              <a:tr h="2135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UPE0</a:t>
                      </a:r>
                      <a:endParaRPr lang="en-IN" sz="120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Parity Error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078664"/>
                  </a:ext>
                </a:extLst>
              </a:tr>
              <a:tr h="3629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U2X0</a:t>
                      </a:r>
                      <a:endParaRPr lang="en-IN" sz="120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Double the transmission speed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590787"/>
                  </a:ext>
                </a:extLst>
              </a:tr>
              <a:tr h="3629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MPCM0</a:t>
                      </a:r>
                      <a:endParaRPr lang="en-IN" sz="120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Multi-processor mode enable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026473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2296684-B913-1577-BDE3-62AEF4C039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537" t="27245" b="6854"/>
          <a:stretch>
            <a:fillRect/>
          </a:stretch>
        </p:blipFill>
        <p:spPr>
          <a:xfrm>
            <a:off x="2661232" y="655602"/>
            <a:ext cx="6019398" cy="766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320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B2B5F99-FD61-6731-22E5-CCBE3B998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97A3ECAF-E25E-6F1B-D904-C1BDEC6254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11369" y="180592"/>
            <a:ext cx="631369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>
              <a:lnSpc>
                <a:spcPct val="115000"/>
              </a:lnSpc>
            </a:pPr>
            <a:r>
              <a:rPr lang="en-US" sz="24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UCSR0B – Control and Status Register B</a:t>
            </a:r>
            <a:endParaRPr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F2F147-3A53-52E6-0808-F11E0FD1540E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1E3600-1FAF-CBBE-4CE6-2A896DF5E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7383469"/>
              </p:ext>
            </p:extLst>
          </p:nvPr>
        </p:nvGraphicFramePr>
        <p:xfrm>
          <a:off x="2575776" y="1757966"/>
          <a:ext cx="6259132" cy="3399659"/>
        </p:xfrm>
        <a:graphic>
          <a:graphicData uri="http://schemas.openxmlformats.org/drawingml/2006/table">
            <a:tbl>
              <a:tblPr/>
              <a:tblGrid>
                <a:gridCol w="825834">
                  <a:extLst>
                    <a:ext uri="{9D8B030D-6E8A-4147-A177-3AD203B41FA5}">
                      <a16:colId xmlns:a16="http://schemas.microsoft.com/office/drawing/2014/main" val="3887577762"/>
                    </a:ext>
                  </a:extLst>
                </a:gridCol>
                <a:gridCol w="1256125">
                  <a:extLst>
                    <a:ext uri="{9D8B030D-6E8A-4147-A177-3AD203B41FA5}">
                      <a16:colId xmlns:a16="http://schemas.microsoft.com/office/drawing/2014/main" val="1779714702"/>
                    </a:ext>
                  </a:extLst>
                </a:gridCol>
                <a:gridCol w="4177173">
                  <a:extLst>
                    <a:ext uri="{9D8B030D-6E8A-4147-A177-3AD203B41FA5}">
                      <a16:colId xmlns:a16="http://schemas.microsoft.com/office/drawing/2014/main" val="439812289"/>
                    </a:ext>
                  </a:extLst>
                </a:gridCol>
              </a:tblGrid>
              <a:tr h="2519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18600"/>
                  </a:ext>
                </a:extLst>
              </a:tr>
              <a:tr h="410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7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RXCIE0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RX Complete Interrupt Enable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083106"/>
                  </a:ext>
                </a:extLst>
              </a:tr>
              <a:tr h="410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6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TXCIE0</a:t>
                      </a:r>
                      <a:endParaRPr lang="en-IN" sz="1200" dirty="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TX Complete Interrupt Enable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8150473"/>
                  </a:ext>
                </a:extLst>
              </a:tr>
              <a:tr h="410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UDRIE0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Data Register Empty Interrupt Enable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2540942"/>
                  </a:ext>
                </a:extLst>
              </a:tr>
              <a:tr h="2519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4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RXEN0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Receiver Enable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924393"/>
                  </a:ext>
                </a:extLst>
              </a:tr>
              <a:tr h="2519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TXEN0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Transmitter Enable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209034"/>
                  </a:ext>
                </a:extLst>
              </a:tr>
              <a:tr h="579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UCSZ02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Character Size bit (used with UCSZ01:0 for 9-bit mode)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6641400"/>
                  </a:ext>
                </a:extLst>
              </a:tr>
              <a:tr h="410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RXB80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Received data bit 8 (9-bit mode)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831697"/>
                  </a:ext>
                </a:extLst>
              </a:tr>
              <a:tr h="410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TXB80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Transmit data bit 8 (9-bit mode)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07841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174DE35-6DAA-4FBC-4A33-00BE6DDAA5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524"/>
          <a:stretch>
            <a:fillRect/>
          </a:stretch>
        </p:blipFill>
        <p:spPr>
          <a:xfrm>
            <a:off x="2446986" y="758174"/>
            <a:ext cx="6535062" cy="936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710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EA6191-CF3F-E334-EAE0-F39E153FF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9"/>
            <a:ext cx="5905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UCSR0C – Control and Status Register C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4FB3FD-2104-5D17-2624-FAC359784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55126"/>
              </p:ext>
            </p:extLst>
          </p:nvPr>
        </p:nvGraphicFramePr>
        <p:xfrm>
          <a:off x="2551357" y="1667167"/>
          <a:ext cx="6328074" cy="3416298"/>
        </p:xfrm>
        <a:graphic>
          <a:graphicData uri="http://schemas.openxmlformats.org/drawingml/2006/table">
            <a:tbl>
              <a:tblPr/>
              <a:tblGrid>
                <a:gridCol w="649043">
                  <a:extLst>
                    <a:ext uri="{9D8B030D-6E8A-4147-A177-3AD203B41FA5}">
                      <a16:colId xmlns:a16="http://schemas.microsoft.com/office/drawing/2014/main" val="2615397665"/>
                    </a:ext>
                  </a:extLst>
                </a:gridCol>
                <a:gridCol w="1352281">
                  <a:extLst>
                    <a:ext uri="{9D8B030D-6E8A-4147-A177-3AD203B41FA5}">
                      <a16:colId xmlns:a16="http://schemas.microsoft.com/office/drawing/2014/main" val="1935093281"/>
                    </a:ext>
                  </a:extLst>
                </a:gridCol>
                <a:gridCol w="4326750">
                  <a:extLst>
                    <a:ext uri="{9D8B030D-6E8A-4147-A177-3AD203B41FA5}">
                      <a16:colId xmlns:a16="http://schemas.microsoft.com/office/drawing/2014/main" val="1583163206"/>
                    </a:ext>
                  </a:extLst>
                </a:gridCol>
              </a:tblGrid>
              <a:tr h="2627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solidFill>
                            <a:schemeClr val="accent1"/>
                          </a:solidFill>
                        </a:rPr>
                        <a:t>Bits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8396130"/>
                  </a:ext>
                </a:extLst>
              </a:tr>
              <a:tr h="814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7:6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UMSEL01:0</a:t>
                      </a:r>
                      <a:endParaRPr lang="en-IN" sz="1200"/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Mode select (00 = </a:t>
                      </a:r>
                      <a:r>
                        <a:rPr lang="fr-FR" sz="1200" dirty="0" err="1"/>
                        <a:t>Asynchronous</a:t>
                      </a:r>
                      <a:r>
                        <a:rPr lang="fr-FR" sz="1200" dirty="0"/>
                        <a:t>, 01 = </a:t>
                      </a:r>
                      <a:r>
                        <a:rPr lang="fr-FR" sz="1200" dirty="0" err="1"/>
                        <a:t>Synchronous</a:t>
                      </a:r>
                      <a:r>
                        <a:rPr lang="fr-FR" sz="1200" dirty="0"/>
                        <a:t>, 10 = SPI Master)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788173"/>
                  </a:ext>
                </a:extLst>
              </a:tr>
              <a:tr h="630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5:4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UPM01:0</a:t>
                      </a:r>
                      <a:endParaRPr lang="en-IN" sz="1200"/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Parity mode (00 = None, 10 = Even, 11 = Odd)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8204531"/>
                  </a:ext>
                </a:extLst>
              </a:tr>
              <a:tr h="630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USBS0</a:t>
                      </a:r>
                      <a:endParaRPr lang="en-IN" sz="1200"/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Stop bit select (0 = 1 stop bit, 1 = 2 stop bits)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1984002"/>
                  </a:ext>
                </a:extLst>
              </a:tr>
              <a:tr h="44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2:1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UCSZ01:0</a:t>
                      </a:r>
                      <a:endParaRPr lang="en-IN" sz="1200"/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Character size bits (11 = 8-bit data)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5387156"/>
                  </a:ext>
                </a:extLst>
              </a:tr>
              <a:tr h="630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UCPOL0</a:t>
                      </a:r>
                      <a:endParaRPr lang="en-IN" sz="1200"/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Clock polarity (used only in synchronous mode)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38853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7A0D31E-E12B-586E-7477-AB4BA92C1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084" t="23326"/>
          <a:stretch>
            <a:fillRect/>
          </a:stretch>
        </p:blipFill>
        <p:spPr>
          <a:xfrm>
            <a:off x="2645896" y="716835"/>
            <a:ext cx="6138996" cy="839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112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50C-A8BA-C7DC-BC72-D41DA797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C0EC8C-FFFA-39B0-4E3A-CE5945EE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231872"/>
            <a:ext cx="5905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UDR0 – The data register</a:t>
            </a:r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25318B-F3A1-989D-E47B-AD540653FA16}"/>
              </a:ext>
            </a:extLst>
          </p:cNvPr>
          <p:cNvSpPr txBox="1"/>
          <p:nvPr/>
        </p:nvSpPr>
        <p:spPr>
          <a:xfrm>
            <a:off x="2762644" y="1469353"/>
            <a:ext cx="59811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It’s an 8-bit register where data is saved before sending or after reception</a:t>
            </a:r>
          </a:p>
        </p:txBody>
      </p:sp>
    </p:spTree>
    <p:extLst>
      <p:ext uri="{BB962C8B-B14F-4D97-AF65-F5344CB8AC3E}">
        <p14:creationId xmlns:p14="http://schemas.microsoft.com/office/powerpoint/2010/main" val="482960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2510200" y="1939350"/>
            <a:ext cx="6354600" cy="6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E2B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r>
              <a:rPr lang="en" sz="3200" b="1">
                <a:solidFill>
                  <a:srgbClr val="B0DA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sz="3200" b="1">
              <a:solidFill>
                <a:srgbClr val="B0DA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F0F0F0"/>
      </a:dk1>
      <a:lt1>
        <a:srgbClr val="121212"/>
      </a:lt1>
      <a:dk2>
        <a:srgbClr val="808080"/>
      </a:dk2>
      <a:lt2>
        <a:srgbClr val="4A4A4A"/>
      </a:lt2>
      <a:accent1>
        <a:srgbClr val="B0DAFF"/>
      </a:accent1>
      <a:accent2>
        <a:srgbClr val="33997D"/>
      </a:accent2>
      <a:accent3>
        <a:srgbClr val="F87B7C"/>
      </a:accent3>
      <a:accent4>
        <a:srgbClr val="9965AD"/>
      </a:accent4>
      <a:accent5>
        <a:srgbClr val="FFF2BC"/>
      </a:accent5>
      <a:accent6>
        <a:srgbClr val="FFE2B0"/>
      </a:accent6>
      <a:hlink>
        <a:srgbClr val="B0D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4825</TotalTime>
  <Words>623</Words>
  <Application>Microsoft Office PowerPoint</Application>
  <PresentationFormat>On-screen Show (16:9)</PresentationFormat>
  <Paragraphs>144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Wingdings</vt:lpstr>
      <vt:lpstr>Courier New</vt:lpstr>
      <vt:lpstr>Arial</vt:lpstr>
      <vt:lpstr>Anek Malayalam</vt:lpstr>
      <vt:lpstr>Helvetica Neue</vt:lpstr>
      <vt:lpstr>Cambria Math</vt:lpstr>
      <vt:lpstr>Anek Malayalam SemiBold</vt:lpstr>
      <vt:lpstr>Simple Light</vt:lpstr>
      <vt:lpstr>Universal Synchronous and Asynchronous Receiver and Transmitter - USART</vt:lpstr>
      <vt:lpstr>USART</vt:lpstr>
      <vt:lpstr>USART - Modes</vt:lpstr>
      <vt:lpstr>Baud Rate</vt:lpstr>
      <vt:lpstr>Baud Rate</vt:lpstr>
      <vt:lpstr>Useful Registers </vt:lpstr>
      <vt:lpstr>UBRR0H &amp; UBRR0L – Baud Rate Registers</vt:lpstr>
      <vt:lpstr>UCSR0A – Control and Status Register A</vt:lpstr>
      <vt:lpstr>UCSR0B – Control and Status Register B</vt:lpstr>
      <vt:lpstr>UCSR0C – Control and Status Register C</vt:lpstr>
      <vt:lpstr>UDR0 – The data register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Sreejith Rajan</dc:creator>
  <cp:lastModifiedBy>Sreejith Rajan</cp:lastModifiedBy>
  <cp:revision>30</cp:revision>
  <dcterms:modified xsi:type="dcterms:W3CDTF">2025-10-17T14:03:14Z</dcterms:modified>
</cp:coreProperties>
</file>