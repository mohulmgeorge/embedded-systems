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7"/>
  </p:notesMasterIdLst>
  <p:sldIdLst>
    <p:sldId id="256" r:id="rId2"/>
    <p:sldId id="287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10" r:id="rId13"/>
    <p:sldId id="320" r:id="rId14"/>
    <p:sldId id="321" r:id="rId15"/>
    <p:sldId id="264" r:id="rId16"/>
  </p:sldIdLst>
  <p:sldSz cx="9144000" cy="5143500" type="screen16x9"/>
  <p:notesSz cx="6858000" cy="9144000"/>
  <p:embeddedFontLst>
    <p:embeddedFont>
      <p:font typeface="Anek Malayalam" panose="020B0604020202020204" charset="0"/>
      <p:regular r:id="rId18"/>
      <p:bold r:id="rId19"/>
    </p:embeddedFont>
    <p:embeddedFont>
      <p:font typeface="Anek Malayalam SemiBold" panose="020B0604020202020204" charset="0"/>
      <p:regular r:id="rId20"/>
      <p:bold r:id="rId21"/>
    </p:embeddedFont>
    <p:embeddedFont>
      <p:font typeface="Helvetica Neue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C4C8D-FEDB-4110-9B32-820AA1D7182E}" v="37" dt="2025-10-13T14:51:42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0-13T14:52:45.080" v="6170" actId="207"/>
      <pc:docMkLst>
        <pc:docMk/>
      </pc:docMkLst>
      <pc:sldChg chg="modSp mod">
        <pc:chgData name="Sreejith Rajan" userId="ec11bca0e4bee75f" providerId="LiveId" clId="{7B4F392D-EAB3-4CE7-903E-F84869825F47}" dt="2025-10-13T09:26:59.058" v="4866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13T09:26:59.058" v="4866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mod ord">
        <pc:chgData name="Sreejith Rajan" userId="ec11bca0e4bee75f" providerId="LiveId" clId="{7B4F392D-EAB3-4CE7-903E-F84869825F47}" dt="2025-10-13T12:14:02.874" v="5353" actId="20577"/>
        <pc:sldMkLst>
          <pc:docMk/>
          <pc:sldMk cId="3959199433" sldId="287"/>
        </pc:sldMkLst>
        <pc:spChg chg="mod">
          <ac:chgData name="Sreejith Rajan" userId="ec11bca0e4bee75f" providerId="LiveId" clId="{7B4F392D-EAB3-4CE7-903E-F84869825F47}" dt="2025-10-13T12:14:02.874" v="5353" actId="20577"/>
          <ac:spMkLst>
            <pc:docMk/>
            <pc:sldMk cId="3959199433" sldId="287"/>
            <ac:spMk id="54" creationId="{C4CE2FAD-1A13-21FB-4CDB-D7E0702E4157}"/>
          </ac:spMkLst>
        </pc:spChg>
        <pc:spChg chg="mod">
          <ac:chgData name="Sreejith Rajan" userId="ec11bca0e4bee75f" providerId="LiveId" clId="{7B4F392D-EAB3-4CE7-903E-F84869825F47}" dt="2025-10-13T11:38:51.985" v="5175" actId="27636"/>
          <ac:spMkLst>
            <pc:docMk/>
            <pc:sldMk cId="3959199433" sldId="287"/>
            <ac:spMk id="55" creationId="{FF1E4D12-E5A8-7B19-694A-8370FEB4E421}"/>
          </ac:spMkLst>
        </pc:spChg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del mod">
        <pc:chgData name="Sreejith Rajan" userId="ec11bca0e4bee75f" providerId="LiveId" clId="{7B4F392D-EAB3-4CE7-903E-F84869825F47}" dt="2025-10-13T14:26:33.727" v="5953" actId="47"/>
        <pc:sldMkLst>
          <pc:docMk/>
          <pc:sldMk cId="4264035287" sldId="306"/>
        </pc:sldMkLst>
        <pc:spChg chg="mod">
          <ac:chgData name="Sreejith Rajan" userId="ec11bca0e4bee75f" providerId="LiveId" clId="{7B4F392D-EAB3-4CE7-903E-F84869825F47}" dt="2025-10-13T13:34:38.465" v="5942" actId="20577"/>
          <ac:spMkLst>
            <pc:docMk/>
            <pc:sldMk cId="4264035287" sldId="306"/>
            <ac:spMk id="54" creationId="{02F49DB7-EDC5-358E-8CD6-35569CA25EE9}"/>
          </ac:spMkLst>
        </pc:spChg>
        <pc:picChg chg="add del mod modCrop">
          <ac:chgData name="Sreejith Rajan" userId="ec11bca0e4bee75f" providerId="LiveId" clId="{7B4F392D-EAB3-4CE7-903E-F84869825F47}" dt="2025-10-13T13:34:25.708" v="5919" actId="478"/>
          <ac:picMkLst>
            <pc:docMk/>
            <pc:sldMk cId="4264035287" sldId="306"/>
            <ac:picMk id="6" creationId="{5B4CC720-5C86-97AD-75CC-61847AD667C7}"/>
          </ac:picMkLst>
        </pc:picChg>
        <pc:picChg chg="add del mod modCrop">
          <ac:chgData name="Sreejith Rajan" userId="ec11bca0e4bee75f" providerId="LiveId" clId="{7B4F392D-EAB3-4CE7-903E-F84869825F47}" dt="2025-10-13T13:34:28.127" v="5920" actId="478"/>
          <ac:picMkLst>
            <pc:docMk/>
            <pc:sldMk cId="4264035287" sldId="306"/>
            <ac:picMk id="9" creationId="{53B7478C-1715-D417-3019-E2F0A5657FB1}"/>
          </ac:picMkLst>
        </pc:picChg>
      </pc:sldChg>
      <pc:sldChg chg="addSp delSp modSp add del mod">
        <pc:chgData name="Sreejith Rajan" userId="ec11bca0e4bee75f" providerId="LiveId" clId="{7B4F392D-EAB3-4CE7-903E-F84869825F47}" dt="2025-10-13T14:25:55.103" v="5943" actId="47"/>
        <pc:sldMkLst>
          <pc:docMk/>
          <pc:sldMk cId="3122419039" sldId="307"/>
        </pc:sldMkLst>
      </pc:sldChg>
      <pc:sldChg chg="addSp delSp modSp add del mod">
        <pc:chgData name="Sreejith Rajan" userId="ec11bca0e4bee75f" providerId="LiveId" clId="{7B4F392D-EAB3-4CE7-903E-F84869825F47}" dt="2025-10-13T14:25:59.499" v="5944" actId="47"/>
        <pc:sldMkLst>
          <pc:docMk/>
          <pc:sldMk cId="4003320701" sldId="308"/>
        </pc:sldMkLst>
      </pc:sldChg>
      <pc:sldChg chg="addSp delSp modSp add del mod">
        <pc:chgData name="Sreejith Rajan" userId="ec11bca0e4bee75f" providerId="LiveId" clId="{7B4F392D-EAB3-4CE7-903E-F84869825F47}" dt="2025-10-13T14:26:02.485" v="5945" actId="47"/>
        <pc:sldMkLst>
          <pc:docMk/>
          <pc:sldMk cId="2237710589" sldId="309"/>
        </pc:sldMkLst>
      </pc:sldChg>
      <pc:sldChg chg="addSp delSp modSp add mod ord">
        <pc:chgData name="Sreejith Rajan" userId="ec11bca0e4bee75f" providerId="LiveId" clId="{7B4F392D-EAB3-4CE7-903E-F84869825F47}" dt="2025-10-13T13:33:44.758" v="5909" actId="14100"/>
        <pc:sldMkLst>
          <pc:docMk/>
          <pc:sldMk cId="1438249901" sldId="310"/>
        </pc:sldMkLst>
        <pc:spChg chg="mod">
          <ac:chgData name="Sreejith Rajan" userId="ec11bca0e4bee75f" providerId="LiveId" clId="{7B4F392D-EAB3-4CE7-903E-F84869825F47}" dt="2025-10-06T12:55:12.652" v="4583" actId="5793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13T13:30:27.212" v="5893" actId="20577"/>
          <ac:spMkLst>
            <pc:docMk/>
            <pc:sldMk cId="1438249901" sldId="310"/>
            <ac:spMk id="3" creationId="{81FBEAC1-5C44-3BF3-C4C6-F8BD52CC6144}"/>
          </ac:spMkLst>
        </pc:spChg>
        <pc:picChg chg="add del mod">
          <ac:chgData name="Sreejith Rajan" userId="ec11bca0e4bee75f" providerId="LiveId" clId="{7B4F392D-EAB3-4CE7-903E-F84869825F47}" dt="2025-10-13T13:30:10.094" v="5857" actId="478"/>
          <ac:picMkLst>
            <pc:docMk/>
            <pc:sldMk cId="1438249901" sldId="310"/>
            <ac:picMk id="5" creationId="{C80F0B75-E604-2229-8053-209C6597C3FC}"/>
          </ac:picMkLst>
        </pc:picChg>
        <pc:picChg chg="add mod">
          <ac:chgData name="Sreejith Rajan" userId="ec11bca0e4bee75f" providerId="LiveId" clId="{7B4F392D-EAB3-4CE7-903E-F84869825F47}" dt="2025-10-13T13:30:46.225" v="5898" actId="1076"/>
          <ac:picMkLst>
            <pc:docMk/>
            <pc:sldMk cId="1438249901" sldId="310"/>
            <ac:picMk id="6" creationId="{2F13FCF5-42B6-1951-C41C-BA1F46CD8BD1}"/>
          </ac:picMkLst>
        </pc:picChg>
        <pc:picChg chg="add mod">
          <ac:chgData name="Sreejith Rajan" userId="ec11bca0e4bee75f" providerId="LiveId" clId="{7B4F392D-EAB3-4CE7-903E-F84869825F47}" dt="2025-10-13T13:31:27.988" v="5907" actId="1076"/>
          <ac:picMkLst>
            <pc:docMk/>
            <pc:sldMk cId="1438249901" sldId="310"/>
            <ac:picMk id="8" creationId="{ACDE1F7D-5B41-B9DF-BD1B-C4264EA0BC81}"/>
          </ac:picMkLst>
        </pc:picChg>
        <pc:picChg chg="add mod">
          <ac:chgData name="Sreejith Rajan" userId="ec11bca0e4bee75f" providerId="LiveId" clId="{7B4F392D-EAB3-4CE7-903E-F84869825F47}" dt="2025-10-13T13:33:44.758" v="5909" actId="14100"/>
          <ac:picMkLst>
            <pc:docMk/>
            <pc:sldMk cId="1438249901" sldId="310"/>
            <ac:picMk id="10" creationId="{F3D55F4A-C4F9-9046-729F-00B15593AD48}"/>
          </ac:picMkLst>
        </pc:pic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modSp add mod">
        <pc:chgData name="Sreejith Rajan" userId="ec11bca0e4bee75f" providerId="LiveId" clId="{7B4F392D-EAB3-4CE7-903E-F84869825F47}" dt="2025-10-13T14:52:19.448" v="6169" actId="207"/>
        <pc:sldMkLst>
          <pc:docMk/>
          <pc:sldMk cId="283639753" sldId="311"/>
        </pc:sldMkLst>
        <pc:spChg chg="mod">
          <ac:chgData name="Sreejith Rajan" userId="ec11bca0e4bee75f" providerId="LiveId" clId="{7B4F392D-EAB3-4CE7-903E-F84869825F47}" dt="2025-10-13T12:14:10.093" v="5356" actId="20577"/>
          <ac:spMkLst>
            <pc:docMk/>
            <pc:sldMk cId="283639753" sldId="311"/>
            <ac:spMk id="54" creationId="{759C4512-E9E3-1EBD-F4B1-FDCC6E08015A}"/>
          </ac:spMkLst>
        </pc:spChg>
        <pc:spChg chg="mod">
          <ac:chgData name="Sreejith Rajan" userId="ec11bca0e4bee75f" providerId="LiveId" clId="{7B4F392D-EAB3-4CE7-903E-F84869825F47}" dt="2025-10-13T14:52:19.448" v="6169" actId="207"/>
          <ac:spMkLst>
            <pc:docMk/>
            <pc:sldMk cId="283639753" sldId="311"/>
            <ac:spMk id="55" creationId="{968DEF2F-D17C-A505-E33D-4CD30E54F3C7}"/>
          </ac:spMkLst>
        </pc:spChg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modSp add mod">
        <pc:chgData name="Sreejith Rajan" userId="ec11bca0e4bee75f" providerId="LiveId" clId="{7B4F392D-EAB3-4CE7-903E-F84869825F47}" dt="2025-10-13T14:52:45.080" v="6170" actId="207"/>
        <pc:sldMkLst>
          <pc:docMk/>
          <pc:sldMk cId="4188789299" sldId="312"/>
        </pc:sldMkLst>
        <pc:spChg chg="mod">
          <ac:chgData name="Sreejith Rajan" userId="ec11bca0e4bee75f" providerId="LiveId" clId="{7B4F392D-EAB3-4CE7-903E-F84869825F47}" dt="2025-10-13T12:14:49.630" v="5376" actId="14100"/>
          <ac:spMkLst>
            <pc:docMk/>
            <pc:sldMk cId="4188789299" sldId="312"/>
            <ac:spMk id="54" creationId="{04E422B9-989C-DB77-B353-961BF252588F}"/>
          </ac:spMkLst>
        </pc:spChg>
        <pc:spChg chg="mod">
          <ac:chgData name="Sreejith Rajan" userId="ec11bca0e4bee75f" providerId="LiveId" clId="{7B4F392D-EAB3-4CE7-903E-F84869825F47}" dt="2025-10-13T14:52:45.080" v="6170" actId="207"/>
          <ac:spMkLst>
            <pc:docMk/>
            <pc:sldMk cId="4188789299" sldId="312"/>
            <ac:spMk id="55" creationId="{15637352-2733-3BFF-9C2D-16A6BCD66171}"/>
          </ac:spMkLst>
        </pc:spChg>
      </pc:sldChg>
      <pc:sldChg chg="addSp delSp modSp add mod">
        <pc:chgData name="Sreejith Rajan" userId="ec11bca0e4bee75f" providerId="LiveId" clId="{7B4F392D-EAB3-4CE7-903E-F84869825F47}" dt="2025-10-13T12:26:30.831" v="5410" actId="1076"/>
        <pc:sldMkLst>
          <pc:docMk/>
          <pc:sldMk cId="760616594" sldId="313"/>
        </pc:sldMkLst>
        <pc:spChg chg="mod">
          <ac:chgData name="Sreejith Rajan" userId="ec11bca0e4bee75f" providerId="LiveId" clId="{7B4F392D-EAB3-4CE7-903E-F84869825F47}" dt="2025-10-13T12:24:45.672" v="5392" actId="20577"/>
          <ac:spMkLst>
            <pc:docMk/>
            <pc:sldMk cId="760616594" sldId="313"/>
            <ac:spMk id="54" creationId="{667079F9-16F4-6BD8-0AAF-269B5BA00395}"/>
          </ac:spMkLst>
        </pc:spChg>
        <pc:spChg chg="mod">
          <ac:chgData name="Sreejith Rajan" userId="ec11bca0e4bee75f" providerId="LiveId" clId="{7B4F392D-EAB3-4CE7-903E-F84869825F47}" dt="2025-10-13T12:24:50.104" v="5395" actId="6549"/>
          <ac:spMkLst>
            <pc:docMk/>
            <pc:sldMk cId="760616594" sldId="313"/>
            <ac:spMk id="55" creationId="{CBFCDF8E-51BA-3805-3FD1-1D48E0E61A5A}"/>
          </ac:spMkLst>
        </pc:spChg>
        <pc:picChg chg="add mod">
          <ac:chgData name="Sreejith Rajan" userId="ec11bca0e4bee75f" providerId="LiveId" clId="{7B4F392D-EAB3-4CE7-903E-F84869825F47}" dt="2025-10-13T12:26:30.831" v="5410" actId="1076"/>
          <ac:picMkLst>
            <pc:docMk/>
            <pc:sldMk cId="760616594" sldId="313"/>
            <ac:picMk id="3" creationId="{9EA551DD-1E58-2F0E-E327-14E964CB6189}"/>
          </ac:picMkLst>
        </pc:picChg>
        <pc:picChg chg="add del mod">
          <ac:chgData name="Sreejith Rajan" userId="ec11bca0e4bee75f" providerId="LiveId" clId="{7B4F392D-EAB3-4CE7-903E-F84869825F47}" dt="2025-10-13T12:26:27.533" v="5409" actId="478"/>
          <ac:picMkLst>
            <pc:docMk/>
            <pc:sldMk cId="760616594" sldId="313"/>
            <ac:picMk id="5" creationId="{006072FB-2EC6-E312-81B1-9F9E7717BF82}"/>
          </ac:picMkLst>
        </pc:picChg>
      </pc:sldChg>
      <pc:sldChg chg="delSp modSp add mod">
        <pc:chgData name="Sreejith Rajan" userId="ec11bca0e4bee75f" providerId="LiveId" clId="{7B4F392D-EAB3-4CE7-903E-F84869825F47}" dt="2025-10-13T12:26:37.540" v="5412" actId="1076"/>
        <pc:sldMkLst>
          <pc:docMk/>
          <pc:sldMk cId="4279120061" sldId="314"/>
        </pc:sldMkLst>
        <pc:picChg chg="del">
          <ac:chgData name="Sreejith Rajan" userId="ec11bca0e4bee75f" providerId="LiveId" clId="{7B4F392D-EAB3-4CE7-903E-F84869825F47}" dt="2025-10-13T12:26:16.912" v="5405" actId="478"/>
          <ac:picMkLst>
            <pc:docMk/>
            <pc:sldMk cId="4279120061" sldId="314"/>
            <ac:picMk id="3" creationId="{814318D5-0CA5-CCC3-05A4-BBE851ECFA0F}"/>
          </ac:picMkLst>
        </pc:picChg>
        <pc:picChg chg="mod">
          <ac:chgData name="Sreejith Rajan" userId="ec11bca0e4bee75f" providerId="LiveId" clId="{7B4F392D-EAB3-4CE7-903E-F84869825F47}" dt="2025-10-13T12:26:37.540" v="5412" actId="1076"/>
          <ac:picMkLst>
            <pc:docMk/>
            <pc:sldMk cId="4279120061" sldId="314"/>
            <ac:picMk id="5" creationId="{D1DC4A21-8FC2-9E10-0F8A-956CA8E98F19}"/>
          </ac:picMkLst>
        </pc:picChg>
      </pc:sldChg>
      <pc:sldChg chg="addSp delSp modSp add mod">
        <pc:chgData name="Sreejith Rajan" userId="ec11bca0e4bee75f" providerId="LiveId" clId="{7B4F392D-EAB3-4CE7-903E-F84869825F47}" dt="2025-10-13T12:55:36.537" v="5439" actId="1076"/>
        <pc:sldMkLst>
          <pc:docMk/>
          <pc:sldMk cId="318710655" sldId="315"/>
        </pc:sldMkLst>
        <pc:spChg chg="mod">
          <ac:chgData name="Sreejith Rajan" userId="ec11bca0e4bee75f" providerId="LiveId" clId="{7B4F392D-EAB3-4CE7-903E-F84869825F47}" dt="2025-10-13T12:48:41.782" v="5425" actId="20577"/>
          <ac:spMkLst>
            <pc:docMk/>
            <pc:sldMk cId="318710655" sldId="315"/>
            <ac:spMk id="54" creationId="{A11B9648-230D-7E7C-1F4C-0E1BA01B1EA6}"/>
          </ac:spMkLst>
        </pc:spChg>
        <pc:picChg chg="add mod">
          <ac:chgData name="Sreejith Rajan" userId="ec11bca0e4bee75f" providerId="LiveId" clId="{7B4F392D-EAB3-4CE7-903E-F84869825F47}" dt="2025-10-13T12:49:09.918" v="5430" actId="1076"/>
          <ac:picMkLst>
            <pc:docMk/>
            <pc:sldMk cId="318710655" sldId="315"/>
            <ac:picMk id="3" creationId="{25721855-E74C-F159-D61A-7EBAABD91AD5}"/>
          </ac:picMkLst>
        </pc:picChg>
        <pc:picChg chg="del">
          <ac:chgData name="Sreejith Rajan" userId="ec11bca0e4bee75f" providerId="LiveId" clId="{7B4F392D-EAB3-4CE7-903E-F84869825F47}" dt="2025-10-13T12:48:36.402" v="5414" actId="478"/>
          <ac:picMkLst>
            <pc:docMk/>
            <pc:sldMk cId="318710655" sldId="315"/>
            <ac:picMk id="5" creationId="{811AA8BB-BA08-5B2F-A96B-8F9ACA353291}"/>
          </ac:picMkLst>
        </pc:picChg>
        <pc:picChg chg="add del mod">
          <ac:chgData name="Sreejith Rajan" userId="ec11bca0e4bee75f" providerId="LiveId" clId="{7B4F392D-EAB3-4CE7-903E-F84869825F47}" dt="2025-10-13T12:52:51.574" v="5433" actId="478"/>
          <ac:picMkLst>
            <pc:docMk/>
            <pc:sldMk cId="318710655" sldId="315"/>
            <ac:picMk id="6" creationId="{7FF94877-A80F-1930-0213-22887A2D6F39}"/>
          </ac:picMkLst>
        </pc:picChg>
        <pc:picChg chg="add mod modCrop">
          <ac:chgData name="Sreejith Rajan" userId="ec11bca0e4bee75f" providerId="LiveId" clId="{7B4F392D-EAB3-4CE7-903E-F84869825F47}" dt="2025-10-13T12:55:36.537" v="5439" actId="1076"/>
          <ac:picMkLst>
            <pc:docMk/>
            <pc:sldMk cId="318710655" sldId="315"/>
            <ac:picMk id="9" creationId="{B1DE61D0-0ED6-D91C-4D33-F75468088713}"/>
          </ac:picMkLst>
        </pc:picChg>
      </pc:sldChg>
      <pc:sldChg chg="addSp delSp modSp add mod">
        <pc:chgData name="Sreejith Rajan" userId="ec11bca0e4bee75f" providerId="LiveId" clId="{7B4F392D-EAB3-4CE7-903E-F84869825F47}" dt="2025-10-13T13:13:07.328" v="5489" actId="1076"/>
        <pc:sldMkLst>
          <pc:docMk/>
          <pc:sldMk cId="1467405760" sldId="316"/>
        </pc:sldMkLst>
        <pc:picChg chg="add mod">
          <ac:chgData name="Sreejith Rajan" userId="ec11bca0e4bee75f" providerId="LiveId" clId="{7B4F392D-EAB3-4CE7-903E-F84869825F47}" dt="2025-10-13T13:13:07.328" v="5489" actId="1076"/>
          <ac:picMkLst>
            <pc:docMk/>
            <pc:sldMk cId="1467405760" sldId="316"/>
            <ac:picMk id="4" creationId="{B08E97A2-9697-493C-BAF4-8E0C42A3F817}"/>
          </ac:picMkLst>
        </pc:picChg>
        <pc:picChg chg="del">
          <ac:chgData name="Sreejith Rajan" userId="ec11bca0e4bee75f" providerId="LiveId" clId="{7B4F392D-EAB3-4CE7-903E-F84869825F47}" dt="2025-10-13T12:57:00.958" v="5441" actId="478"/>
          <ac:picMkLst>
            <pc:docMk/>
            <pc:sldMk cId="1467405760" sldId="316"/>
            <ac:picMk id="9" creationId="{BBCADA36-6187-B75F-8067-FB23AFFB379C}"/>
          </ac:picMkLst>
        </pc:picChg>
      </pc:sldChg>
      <pc:sldChg chg="addSp delSp modSp add mod">
        <pc:chgData name="Sreejith Rajan" userId="ec11bca0e4bee75f" providerId="LiveId" clId="{7B4F392D-EAB3-4CE7-903E-F84869825F47}" dt="2025-10-13T13:01:15.674" v="5488" actId="1076"/>
        <pc:sldMkLst>
          <pc:docMk/>
          <pc:sldMk cId="2737292630" sldId="317"/>
        </pc:sldMkLst>
        <pc:spChg chg="mod">
          <ac:chgData name="Sreejith Rajan" userId="ec11bca0e4bee75f" providerId="LiveId" clId="{7B4F392D-EAB3-4CE7-903E-F84869825F47}" dt="2025-10-13T13:00:54.946" v="5481" actId="20577"/>
          <ac:spMkLst>
            <pc:docMk/>
            <pc:sldMk cId="2737292630" sldId="317"/>
            <ac:spMk id="54" creationId="{35EFCCCC-2A73-7165-D188-5CFDAB8E99EE}"/>
          </ac:spMkLst>
        </pc:spChg>
        <pc:picChg chg="del">
          <ac:chgData name="Sreejith Rajan" userId="ec11bca0e4bee75f" providerId="LiveId" clId="{7B4F392D-EAB3-4CE7-903E-F84869825F47}" dt="2025-10-13T13:00:57.336" v="5482" actId="478"/>
          <ac:picMkLst>
            <pc:docMk/>
            <pc:sldMk cId="2737292630" sldId="317"/>
            <ac:picMk id="3" creationId="{87937A13-1758-8E7C-3ADF-C9155E619FE1}"/>
          </ac:picMkLst>
        </pc:picChg>
        <pc:picChg chg="del">
          <ac:chgData name="Sreejith Rajan" userId="ec11bca0e4bee75f" providerId="LiveId" clId="{7B4F392D-EAB3-4CE7-903E-F84869825F47}" dt="2025-10-13T13:00:59.059" v="5483" actId="478"/>
          <ac:picMkLst>
            <pc:docMk/>
            <pc:sldMk cId="2737292630" sldId="317"/>
            <ac:picMk id="4" creationId="{0451C840-623F-A6D8-9FD8-5ED2601EEADF}"/>
          </ac:picMkLst>
        </pc:picChg>
        <pc:picChg chg="add mod">
          <ac:chgData name="Sreejith Rajan" userId="ec11bca0e4bee75f" providerId="LiveId" clId="{7B4F392D-EAB3-4CE7-903E-F84869825F47}" dt="2025-10-13T13:01:15.674" v="5488" actId="1076"/>
          <ac:picMkLst>
            <pc:docMk/>
            <pc:sldMk cId="2737292630" sldId="317"/>
            <ac:picMk id="5" creationId="{CBA254EF-32D8-D916-235B-7D99B36A226F}"/>
          </ac:picMkLst>
        </pc:picChg>
      </pc:sldChg>
      <pc:sldChg chg="addSp delSp modSp add mod">
        <pc:chgData name="Sreejith Rajan" userId="ec11bca0e4bee75f" providerId="LiveId" clId="{7B4F392D-EAB3-4CE7-903E-F84869825F47}" dt="2025-10-13T13:21:42.255" v="5620" actId="27636"/>
        <pc:sldMkLst>
          <pc:docMk/>
          <pc:sldMk cId="386252816" sldId="318"/>
        </pc:sldMkLst>
        <pc:spChg chg="add">
          <ac:chgData name="Sreejith Rajan" userId="ec11bca0e4bee75f" providerId="LiveId" clId="{7B4F392D-EAB3-4CE7-903E-F84869825F47}" dt="2025-10-13T13:21:03.778" v="5610"/>
          <ac:spMkLst>
            <pc:docMk/>
            <pc:sldMk cId="386252816" sldId="318"/>
            <ac:spMk id="2" creationId="{4D9F61A3-C619-DAB2-B30C-F085376E93A8}"/>
          </ac:spMkLst>
        </pc:spChg>
        <pc:spChg chg="del mod">
          <ac:chgData name="Sreejith Rajan" userId="ec11bca0e4bee75f" providerId="LiveId" clId="{7B4F392D-EAB3-4CE7-903E-F84869825F47}" dt="2025-10-13T13:19:47.171" v="5594" actId="478"/>
          <ac:spMkLst>
            <pc:docMk/>
            <pc:sldMk cId="386252816" sldId="318"/>
            <ac:spMk id="7" creationId="{940EDC21-F67E-C6F2-5EA7-D4011807F80E}"/>
          </ac:spMkLst>
        </pc:spChg>
        <pc:spChg chg="mod">
          <ac:chgData name="Sreejith Rajan" userId="ec11bca0e4bee75f" providerId="LiveId" clId="{7B4F392D-EAB3-4CE7-903E-F84869825F47}" dt="2025-10-13T13:13:46.829" v="5504" actId="20577"/>
          <ac:spMkLst>
            <pc:docMk/>
            <pc:sldMk cId="386252816" sldId="318"/>
            <ac:spMk id="54" creationId="{6018F119-270D-6B0E-1DAF-EB5381E18C6F}"/>
          </ac:spMkLst>
        </pc:spChg>
        <pc:spChg chg="mod">
          <ac:chgData name="Sreejith Rajan" userId="ec11bca0e4bee75f" providerId="LiveId" clId="{7B4F392D-EAB3-4CE7-903E-F84869825F47}" dt="2025-10-13T13:21:42.255" v="5620" actId="27636"/>
          <ac:spMkLst>
            <pc:docMk/>
            <pc:sldMk cId="386252816" sldId="318"/>
            <ac:spMk id="55" creationId="{91F2BC94-2290-DB8F-BE36-2188B9E95C71}"/>
          </ac:spMkLst>
        </pc:spChg>
        <pc:picChg chg="del">
          <ac:chgData name="Sreejith Rajan" userId="ec11bca0e4bee75f" providerId="LiveId" clId="{7B4F392D-EAB3-4CE7-903E-F84869825F47}" dt="2025-10-13T13:13:36.619" v="5491" actId="478"/>
          <ac:picMkLst>
            <pc:docMk/>
            <pc:sldMk cId="386252816" sldId="318"/>
            <ac:picMk id="5" creationId="{E5307185-C6B4-0F61-283E-63EFC38F11BD}"/>
          </ac:picMkLst>
        </pc:picChg>
      </pc:sldChg>
      <pc:sldChg chg="modSp add mod">
        <pc:chgData name="Sreejith Rajan" userId="ec11bca0e4bee75f" providerId="LiveId" clId="{7B4F392D-EAB3-4CE7-903E-F84869825F47}" dt="2025-10-13T13:26:16.010" v="5856" actId="20577"/>
        <pc:sldMkLst>
          <pc:docMk/>
          <pc:sldMk cId="3994397573" sldId="319"/>
        </pc:sldMkLst>
        <pc:spChg chg="mod">
          <ac:chgData name="Sreejith Rajan" userId="ec11bca0e4bee75f" providerId="LiveId" clId="{7B4F392D-EAB3-4CE7-903E-F84869825F47}" dt="2025-10-13T13:26:16.010" v="5856" actId="20577"/>
          <ac:spMkLst>
            <pc:docMk/>
            <pc:sldMk cId="3994397573" sldId="319"/>
            <ac:spMk id="55" creationId="{C9BCB185-A63C-2E26-811E-B0A12B5BDF02}"/>
          </ac:spMkLst>
        </pc:spChg>
      </pc:sldChg>
      <pc:sldChg chg="new del">
        <pc:chgData name="Sreejith Rajan" userId="ec11bca0e4bee75f" providerId="LiveId" clId="{7B4F392D-EAB3-4CE7-903E-F84869825F47}" dt="2025-10-13T13:24:03.728" v="5698" actId="680"/>
        <pc:sldMkLst>
          <pc:docMk/>
          <pc:sldMk cId="904723401" sldId="320"/>
        </pc:sldMkLst>
      </pc:sldChg>
      <pc:sldChg chg="delSp modSp add mod">
        <pc:chgData name="Sreejith Rajan" userId="ec11bca0e4bee75f" providerId="LiveId" clId="{7B4F392D-EAB3-4CE7-903E-F84869825F47}" dt="2025-10-13T13:34:19.489" v="5918" actId="1076"/>
        <pc:sldMkLst>
          <pc:docMk/>
          <pc:sldMk cId="3204882592" sldId="320"/>
        </pc:sldMkLst>
        <pc:picChg chg="del">
          <ac:chgData name="Sreejith Rajan" userId="ec11bca0e4bee75f" providerId="LiveId" clId="{7B4F392D-EAB3-4CE7-903E-F84869825F47}" dt="2025-10-13T13:34:03.732" v="5911" actId="478"/>
          <ac:picMkLst>
            <pc:docMk/>
            <pc:sldMk cId="3204882592" sldId="320"/>
            <ac:picMk id="6" creationId="{23FC2E2F-BC1C-820D-45B3-4592434AC347}"/>
          </ac:picMkLst>
        </pc:picChg>
        <pc:picChg chg="del">
          <ac:chgData name="Sreejith Rajan" userId="ec11bca0e4bee75f" providerId="LiveId" clId="{7B4F392D-EAB3-4CE7-903E-F84869825F47}" dt="2025-10-13T13:34:05.654" v="5912" actId="478"/>
          <ac:picMkLst>
            <pc:docMk/>
            <pc:sldMk cId="3204882592" sldId="320"/>
            <ac:picMk id="8" creationId="{D73A6370-2F75-49A0-581E-02462A68F9C8}"/>
          </ac:picMkLst>
        </pc:picChg>
        <pc:picChg chg="mod">
          <ac:chgData name="Sreejith Rajan" userId="ec11bca0e4bee75f" providerId="LiveId" clId="{7B4F392D-EAB3-4CE7-903E-F84869825F47}" dt="2025-10-13T13:34:19.489" v="5918" actId="1076"/>
          <ac:picMkLst>
            <pc:docMk/>
            <pc:sldMk cId="3204882592" sldId="320"/>
            <ac:picMk id="10" creationId="{F5628833-49E6-C01E-8AF7-8DD848DEEA9F}"/>
          </ac:picMkLst>
        </pc:picChg>
      </pc:sldChg>
      <pc:sldChg chg="add del ord">
        <pc:chgData name="Sreejith Rajan" userId="ec11bca0e4bee75f" providerId="LiveId" clId="{7B4F392D-EAB3-4CE7-903E-F84869825F47}" dt="2025-10-13T14:26:17.623" v="5949" actId="47"/>
        <pc:sldMkLst>
          <pc:docMk/>
          <pc:sldMk cId="366040641" sldId="321"/>
        </pc:sldMkLst>
      </pc:sldChg>
      <pc:sldChg chg="modSp add mod ord">
        <pc:chgData name="Sreejith Rajan" userId="ec11bca0e4bee75f" providerId="LiveId" clId="{7B4F392D-EAB3-4CE7-903E-F84869825F47}" dt="2025-10-13T14:27:54.262" v="6109" actId="20577"/>
        <pc:sldMkLst>
          <pc:docMk/>
          <pc:sldMk cId="1199149366" sldId="321"/>
        </pc:sldMkLst>
        <pc:spChg chg="mod">
          <ac:chgData name="Sreejith Rajan" userId="ec11bca0e4bee75f" providerId="LiveId" clId="{7B4F392D-EAB3-4CE7-903E-F84869825F47}" dt="2025-10-13T14:26:51.078" v="5988" actId="20577"/>
          <ac:spMkLst>
            <pc:docMk/>
            <pc:sldMk cId="1199149366" sldId="321"/>
            <ac:spMk id="54" creationId="{4C836891-B76E-2C0F-A35B-C7226E1C571E}"/>
          </ac:spMkLst>
        </pc:spChg>
        <pc:spChg chg="mod">
          <ac:chgData name="Sreejith Rajan" userId="ec11bca0e4bee75f" providerId="LiveId" clId="{7B4F392D-EAB3-4CE7-903E-F84869825F47}" dt="2025-10-13T14:27:54.262" v="6109" actId="20577"/>
          <ac:spMkLst>
            <pc:docMk/>
            <pc:sldMk cId="1199149366" sldId="321"/>
            <ac:spMk id="55" creationId="{991381E5-D72E-3B4B-7D46-6923BB552066}"/>
          </ac:spMkLst>
        </pc:spChg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2C949A3-4050-873F-EAEC-29CCF377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48B8E342-9D83-0A96-B0BF-6B69F155E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8DABD12-CED6-19CC-19A4-D94EA466E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139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76512A4-6786-6407-7C8A-4068BF71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6921CE9-CBE4-0405-C3C2-C72190CCE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83DD0DA-F99B-6D92-925D-495AC04EC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02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D69D14D-B2E0-E205-9ED4-A152688C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C218DAB9-6555-1EF1-28E7-C845EF16F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B3866FB4-BA1F-BB2B-34C1-B76F2D2FA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8665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8EFCDC3-AA4E-0D6A-EBF2-1F56C622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F70DAE07-1E55-53F5-9033-6C93E1CFF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8866E264-73C8-161E-CA19-5B833E837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252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E178A5-EAC3-832B-FCAA-2C1282291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57A79FC3-16C0-6CA9-E1A6-3E34EE5A4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F8AA24E2-D421-DE54-3CE8-3D3CCC78A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64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FBCE29E-08D5-5874-657B-BA26AA2D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5D0250D-9E78-6570-CBAB-2095BF656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D074C5B-9F0D-D114-E216-EEE606076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066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19F07B9-572A-6C77-CACA-348CE620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6350450-F402-3A5E-C2EC-2E9A4C068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506B463C-FEFF-B013-098D-27027C6AD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811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22963F8-D5C8-581E-4A58-F8EDF972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FE290AE-E1D8-A11B-D047-7DF4CC0B20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8BDF6E04-D15B-219B-7339-B37622073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6067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48864CA-2337-D9A2-5EC6-967D7E4F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D9AA762-6C08-A957-9739-71B320CD4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1A58584B-E0D6-77C0-8B92-4F456C7DA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201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3FDAB03-9A7A-DEA8-9D7F-B7D716E1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A1FDC6E6-CDCB-28E9-3380-F74740798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DBD0479-91DF-9994-9C4F-BC75059E3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990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Analog to Digital Conversion -ADC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ADC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FF1E4D12-E5A8-7B19-694A-8370FEB4E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869950" lvl="1" indent="-285750">
              <a:buSzPts val="2000"/>
            </a:pPr>
            <a:r>
              <a:rPr lang="en-US" sz="1800" b="1" dirty="0"/>
              <a:t>We have 10 bit ADC in ATMEGA 328 (10 bit resolution)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r>
              <a:rPr lang="en-US" sz="1800" b="1" dirty="0"/>
              <a:t>ADC needs A</a:t>
            </a:r>
            <a:r>
              <a:rPr lang="en-US" sz="1800" b="1" baseline="-25000" dirty="0"/>
              <a:t>vcc</a:t>
            </a:r>
            <a:r>
              <a:rPr lang="en-US" sz="1800" b="1" dirty="0"/>
              <a:t>, A</a:t>
            </a:r>
            <a:r>
              <a:rPr lang="en-US" sz="1800" b="1" baseline="-25000" dirty="0"/>
              <a:t>ref</a:t>
            </a:r>
            <a:r>
              <a:rPr lang="en-US" sz="1800" b="1" dirty="0"/>
              <a:t> and Input Signal V</a:t>
            </a:r>
            <a:r>
              <a:rPr lang="en-US" sz="1800" b="1" baseline="-25000" dirty="0"/>
              <a:t>is </a:t>
            </a:r>
            <a:r>
              <a:rPr lang="en-US" sz="1800" b="1" dirty="0"/>
              <a:t>to function.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r>
              <a:rPr lang="en-US" sz="1800" b="1" dirty="0"/>
              <a:t>Reference Options : A</a:t>
            </a:r>
            <a:r>
              <a:rPr lang="en-US" sz="1800" b="1" baseline="-25000" dirty="0"/>
              <a:t>vcc</a:t>
            </a:r>
            <a:r>
              <a:rPr lang="en-US" sz="1800" b="1" dirty="0"/>
              <a:t>, A</a:t>
            </a:r>
            <a:r>
              <a:rPr lang="en-US" sz="1800" b="1" baseline="-25000" dirty="0"/>
              <a:t>ref</a:t>
            </a:r>
            <a:r>
              <a:rPr lang="en-US" sz="1800" b="1" dirty="0"/>
              <a:t> and internal 1.1V.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r>
              <a:rPr lang="en-US" sz="1800" b="1" dirty="0"/>
              <a:t>Input Channels : AD0-AD7( Only 6 in DIL Package)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r>
              <a:rPr lang="en-US" sz="1800" b="1" dirty="0"/>
              <a:t>ADC Clock must be between 50-200 kHz for best accuracy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endParaRPr lang="en-US" sz="1800" b="1" baseline="-25000" dirty="0"/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4205BA6-BB68-AC97-3D0D-6889FA03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759C4512-E9E3-1EBD-F4B1-FDCC6E080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ADC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68DEF2F-D17C-A505-E33D-4CD30E54F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69950" lvl="1" indent="-285750">
              <a:buSzPts val="2000"/>
            </a:pPr>
            <a:r>
              <a:rPr lang="en-US" sz="1800" b="1" dirty="0"/>
              <a:t>Digital Value = (V</a:t>
            </a:r>
            <a:r>
              <a:rPr lang="en-US" sz="1800" b="1" baseline="-25000" dirty="0"/>
              <a:t>is </a:t>
            </a:r>
            <a:r>
              <a:rPr lang="en-US" sz="1800" b="1" dirty="0"/>
              <a:t>/ A</a:t>
            </a:r>
            <a:r>
              <a:rPr lang="en-US" sz="1800" b="1" baseline="-25000" dirty="0"/>
              <a:t>ref</a:t>
            </a:r>
            <a:r>
              <a:rPr lang="en-US" sz="1800" b="1" dirty="0"/>
              <a:t>) x 1024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r>
              <a:rPr lang="en-US" sz="1800" b="1" dirty="0"/>
              <a:t>Eg : if V</a:t>
            </a:r>
            <a:r>
              <a:rPr lang="en-US" sz="1800" b="1" baseline="-25000" dirty="0"/>
              <a:t>is</a:t>
            </a:r>
            <a:r>
              <a:rPr lang="en-US" sz="1800" b="1" dirty="0"/>
              <a:t>= 2v  and A</a:t>
            </a:r>
            <a:r>
              <a:rPr lang="en-US" sz="1800" b="1" baseline="-25000" dirty="0"/>
              <a:t>ref</a:t>
            </a:r>
            <a:r>
              <a:rPr lang="en-US" sz="1800" b="1" dirty="0"/>
              <a:t>= 5v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584200" lvl="1" indent="0">
              <a:buSzPts val="2000"/>
              <a:buNone/>
            </a:pPr>
            <a:r>
              <a:rPr lang="en-US" sz="1800" b="1" dirty="0"/>
              <a:t>Digital Value = (2/5) x1024 </a:t>
            </a:r>
          </a:p>
          <a:p>
            <a:pPr marL="584200" lvl="1" indent="0">
              <a:buSzPts val="2000"/>
              <a:buNone/>
            </a:pPr>
            <a:endParaRPr lang="en-US" sz="1800" b="1" dirty="0"/>
          </a:p>
          <a:p>
            <a:pPr marL="584200" lvl="1" indent="0">
              <a:buSzPts val="2000"/>
              <a:buNone/>
            </a:pPr>
            <a:r>
              <a:rPr lang="en-US" sz="1800" b="1" dirty="0"/>
              <a:t>		  =  409</a:t>
            </a:r>
          </a:p>
          <a:p>
            <a:pPr marL="584200" lvl="1" indent="0">
              <a:buSzPts val="2000"/>
              <a:buNone/>
            </a:pPr>
            <a:endParaRPr lang="en-US" sz="1800" b="1" dirty="0"/>
          </a:p>
          <a:p>
            <a:pPr marL="584200" lvl="1" indent="0">
              <a:buSzPts val="2000"/>
              <a:buNone/>
            </a:pPr>
            <a:r>
              <a:rPr lang="en-US" sz="1800" b="1" dirty="0">
                <a:solidFill>
                  <a:srgbClr val="FF0000"/>
                </a:solidFill>
              </a:rPr>
              <a:t>Input signal voltage = V</a:t>
            </a:r>
            <a:r>
              <a:rPr lang="en-US" sz="1800" b="1" baseline="-25000" dirty="0">
                <a:solidFill>
                  <a:srgbClr val="FF0000"/>
                </a:solidFill>
              </a:rPr>
              <a:t>is </a:t>
            </a:r>
            <a:r>
              <a:rPr lang="en-US" sz="1800" b="1" dirty="0">
                <a:solidFill>
                  <a:srgbClr val="FF0000"/>
                </a:solidFill>
              </a:rPr>
              <a:t>= (Digital Value X A</a:t>
            </a:r>
            <a:r>
              <a:rPr lang="en-US" sz="1800" b="1" baseline="-25000" dirty="0">
                <a:solidFill>
                  <a:srgbClr val="FF0000"/>
                </a:solidFill>
              </a:rPr>
              <a:t>ref </a:t>
            </a:r>
            <a:r>
              <a:rPr lang="en-US" sz="1800" b="1" dirty="0">
                <a:solidFill>
                  <a:srgbClr val="FF0000"/>
                </a:solidFill>
              </a:rPr>
              <a:t>)/1024;</a:t>
            </a:r>
          </a:p>
          <a:p>
            <a:pPr marL="869950" lvl="1" indent="-285750">
              <a:buSzPts val="2000"/>
            </a:pPr>
            <a:endParaRPr lang="en-US" sz="1800" b="1" dirty="0">
              <a:solidFill>
                <a:srgbClr val="FF0000"/>
              </a:solidFill>
            </a:endParaRP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endParaRPr lang="en-US" sz="1800" b="1" baseline="-25000" dirty="0"/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97E69-6801-98E0-543E-87F2D5DF8C85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63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93210FA-AB12-540E-D50B-0DDBF0A5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4E422B9-989C-DB77-B353-961BF2525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 Registers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15637352-2733-3BFF-9C2D-16A6BCD66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69950" lvl="1" indent="-285750">
              <a:buSzPts val="2000"/>
            </a:pPr>
            <a:r>
              <a:rPr lang="en-IN" sz="1800" dirty="0"/>
              <a:t>ADMUX – Multiplexer Selection Register</a:t>
            </a:r>
          </a:p>
          <a:p>
            <a:pPr marL="869950" lvl="1" indent="-285750">
              <a:buSzPts val="2000"/>
            </a:pPr>
            <a:r>
              <a:rPr lang="en-US" sz="1800" dirty="0"/>
              <a:t>ADCSRA – ADC Control and Status Register A</a:t>
            </a:r>
          </a:p>
          <a:p>
            <a:pPr marL="869950" lvl="1" indent="-285750">
              <a:buSzPts val="2000"/>
            </a:pPr>
            <a:r>
              <a:rPr lang="en-US" sz="1800" dirty="0"/>
              <a:t>ADCL and ADCH – ADC Data Registers</a:t>
            </a:r>
          </a:p>
          <a:p>
            <a:pPr marL="869950" lvl="1" indent="-285750">
              <a:buSzPts val="2000"/>
            </a:pPr>
            <a:r>
              <a:rPr lang="en-US" sz="1800" dirty="0">
                <a:solidFill>
                  <a:srgbClr val="FF0000"/>
                </a:solidFill>
              </a:rPr>
              <a:t>ADCSRB – Control and Status B</a:t>
            </a:r>
            <a:endParaRPr lang="en-US" sz="1800" b="1" dirty="0">
              <a:solidFill>
                <a:srgbClr val="FF0000"/>
              </a:solidFill>
            </a:endParaRP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endParaRPr lang="en-US" sz="1800" b="1" baseline="-25000" dirty="0"/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00E76-2609-C458-B5C5-60B796429C0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878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417328F-57FE-6647-DF85-9157FC87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67079F9-16F4-6BD8-0AAF-269B5BA00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ADMUX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BFCDF8E-51BA-3805-3FD1-1D48E0E61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E2971-0B23-50FB-E58E-C65A5E2E2A9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A551DD-1E58-2F0E-E327-14E964CB6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660" y="1019373"/>
            <a:ext cx="4883150" cy="366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1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6ED39C9-785C-26CF-45AC-C7376E78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1A4704D-5081-5DD5-BBEC-EB407EDE9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ADMUX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C62C704-363E-80E1-8846-673D3D909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9E2EB-4D76-0C2F-5D97-B298F7AE35BF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C4A21-8FC2-9E10-0F8A-956CA8E98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853" y="989479"/>
            <a:ext cx="4789232" cy="34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2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57CA5BD-AE1C-BD21-5DA0-D657129D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A11B9648-230D-7E7C-1F4C-0E1BA01B1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ADCSRA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8D6B245F-7568-7AE4-0892-8C31C93F5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5C6F4-0777-6F88-7C4B-66FAFE19B25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21855-E74C-F159-D61A-7EBAABD91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561" y="1083767"/>
            <a:ext cx="6374542" cy="8553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DE61D0-0ED6-D91C-4D33-F75468088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701" r="-329" b="16778"/>
          <a:stretch>
            <a:fillRect/>
          </a:stretch>
        </p:blipFill>
        <p:spPr>
          <a:xfrm>
            <a:off x="2540561" y="1939161"/>
            <a:ext cx="6374542" cy="21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D3D9414-DD4A-6A65-8012-68D7F19D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A4076861-715D-3AF6-FCFB-CA96951D73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ADCSRA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18A95E4-834E-3955-F00D-E33DEB0CA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1FFA8-79A5-443C-71B7-BA3431BE3EEF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954E1-E8C4-95BD-49AA-C7EFFB592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561" y="1083767"/>
            <a:ext cx="6374542" cy="855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8E97A2-9697-493C-BAF4-8E0C42A3F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51" y="1939161"/>
            <a:ext cx="4872695" cy="257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0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88CE677-BB83-0E04-05B3-C3EB46E2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35EFCCCC-2A73-7165-D188-5CFDAB8E9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ADC Data Register – ADCH and ADCL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E50ED6C-7ED8-F7E5-85D9-F74FA60D9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23B93-1C81-2784-80A9-33CA50D8530A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254EF-32D8-D916-235B-7D99B36A2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535" y="1083767"/>
            <a:ext cx="6334568" cy="311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9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8C4D3C8-FB7D-CB70-DC45-6CE64121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018F119-270D-6B0E-1DAF-EB5381E18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Algorithm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1F2BC94-2290-DB8F-BE36-2188B9E95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87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US" sz="1800" b="1" dirty="0"/>
              <a:t>Step 1 : </a:t>
            </a:r>
            <a:r>
              <a:rPr lang="en-US" b="1" dirty="0"/>
              <a:t>Select ADC Reference Voltage (ADMUX)</a:t>
            </a:r>
          </a:p>
          <a:p>
            <a:pPr lvl="1"/>
            <a:r>
              <a:rPr lang="en-US" b="1" dirty="0"/>
              <a:t>Registers involved: ADMUX</a:t>
            </a:r>
          </a:p>
          <a:p>
            <a:pPr lvl="1"/>
            <a:r>
              <a:rPr lang="en-US" b="1" dirty="0"/>
              <a:t>Bits: REFS1:REFS0</a:t>
            </a:r>
          </a:p>
          <a:p>
            <a:r>
              <a:rPr lang="en-US" b="1" dirty="0"/>
              <a:t>Step 2 : Select Result Adjustment</a:t>
            </a:r>
          </a:p>
          <a:p>
            <a:pPr lvl="1"/>
            <a:r>
              <a:rPr lang="en-US" b="1" dirty="0"/>
              <a:t>Bit: ADLAR   </a:t>
            </a:r>
          </a:p>
          <a:p>
            <a:pPr lvl="1"/>
            <a:r>
              <a:rPr lang="en-US" b="1" dirty="0"/>
              <a:t>0 → Right-adjusted (default, full 10-bit)</a:t>
            </a:r>
          </a:p>
          <a:p>
            <a:pPr lvl="1"/>
            <a:r>
              <a:rPr lang="en-US" b="1" dirty="0"/>
              <a:t>1 → Left-adjusted (8-bit quick read)</a:t>
            </a:r>
          </a:p>
          <a:p>
            <a:r>
              <a:rPr lang="en-US" b="1" dirty="0"/>
              <a:t>Step 3: Select ADC Channel</a:t>
            </a:r>
          </a:p>
          <a:p>
            <a:pPr lvl="1"/>
            <a:r>
              <a:rPr lang="en-US" b="1" dirty="0"/>
              <a:t>Registers involved: ADMUX</a:t>
            </a:r>
          </a:p>
          <a:p>
            <a:pPr lvl="1"/>
            <a:r>
              <a:rPr lang="en-US" b="1" dirty="0"/>
              <a:t>Bits: MUX4:0 → Selects ADC0–ADC7</a:t>
            </a:r>
          </a:p>
          <a:p>
            <a:r>
              <a:rPr lang="en-US" b="1" dirty="0"/>
              <a:t>Step 4: Enable ADC</a:t>
            </a:r>
          </a:p>
          <a:p>
            <a:pPr lvl="1"/>
            <a:r>
              <a:rPr lang="en-US" b="1" dirty="0"/>
              <a:t>Registers involved: ADCSRA</a:t>
            </a:r>
          </a:p>
          <a:p>
            <a:pPr lvl="1"/>
            <a:r>
              <a:rPr lang="en-US" b="1" dirty="0"/>
              <a:t>Bit: ADEN (ADC Enable)</a:t>
            </a:r>
          </a:p>
          <a:p>
            <a:r>
              <a:rPr lang="en-US" b="1" dirty="0"/>
              <a:t>Step5 : Set ADC </a:t>
            </a:r>
            <a:r>
              <a:rPr lang="en-US" b="1" dirty="0" err="1"/>
              <a:t>Prescaler</a:t>
            </a:r>
            <a:endParaRPr lang="en-US" b="1" dirty="0"/>
          </a:p>
          <a:p>
            <a:pPr lvl="1"/>
            <a:r>
              <a:rPr lang="en-US" b="1" dirty="0"/>
              <a:t>Registers involved: ADCSRA</a:t>
            </a:r>
          </a:p>
          <a:p>
            <a:pPr lvl="1"/>
            <a:r>
              <a:rPr lang="en-US" b="1" dirty="0"/>
              <a:t>Bits: ADPS2:0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A4913B5-660E-B8CF-101B-67E86C7F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1FD1EC85-E24D-4C72-1427-542C78A09D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Algorithm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9BCB185-A63C-2E26-811E-B0A12B5BD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87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 b="1" dirty="0"/>
              <a:t>Step 6 : </a:t>
            </a:r>
            <a:r>
              <a:rPr lang="en-US" b="1" dirty="0"/>
              <a:t>Start ADC Conversion</a:t>
            </a:r>
          </a:p>
          <a:p>
            <a:pPr lvl="1"/>
            <a:r>
              <a:rPr lang="en-US" b="1" dirty="0"/>
              <a:t>Registers involved: ADCSRA</a:t>
            </a:r>
          </a:p>
          <a:p>
            <a:pPr lvl="1"/>
            <a:r>
              <a:rPr lang="en-US" b="1" dirty="0"/>
              <a:t>Bit: ADSC (ADC Start Conversion)</a:t>
            </a:r>
          </a:p>
          <a:p>
            <a:pPr lvl="1"/>
            <a:endParaRPr lang="en-US" b="1" dirty="0"/>
          </a:p>
          <a:p>
            <a:r>
              <a:rPr lang="en-US" b="1" dirty="0"/>
              <a:t>Step 7: Wait for Conversion to Complete</a:t>
            </a:r>
          </a:p>
          <a:p>
            <a:pPr lvl="1"/>
            <a:r>
              <a:rPr lang="en-US" b="1" dirty="0"/>
              <a:t>Registers involved: ADCSRA</a:t>
            </a:r>
          </a:p>
          <a:p>
            <a:pPr lvl="1"/>
            <a:r>
              <a:rPr lang="en-US" b="1" dirty="0"/>
              <a:t>Bits: ADSC or ADIF</a:t>
            </a:r>
          </a:p>
          <a:p>
            <a:pPr marL="596900" lvl="1" indent="0">
              <a:buNone/>
            </a:pPr>
            <a:endParaRPr lang="en-US" b="1" dirty="0"/>
          </a:p>
          <a:p>
            <a:r>
              <a:rPr lang="en-US" b="1" dirty="0"/>
              <a:t>Step8 : Read ADC Result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39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5BD21-A9FB-C87C-6FF7-E8F14B767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 35 Temperature sensor with Arduino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13FCF5-42B6-1951-C41C-BA1F46CD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50" y="867478"/>
            <a:ext cx="4074797" cy="255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DE1F7D-5B41-B9DF-BD1B-C4264EA0B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246" y="867478"/>
            <a:ext cx="2021364" cy="1404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D55F4A-C4F9-9046-729F-00B15593A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25328"/>
            <a:ext cx="4476750" cy="25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D934-5E04-CA72-7F4C-3D336944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C8119C-B711-752A-4096-88C8210AB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EA8FE-8D37-8F99-A7A7-1EBABB34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 35 Temperature sensor with Arduino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628833-49E6-C01E-8AF7-8DD848DE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50" y="867478"/>
            <a:ext cx="5956353" cy="335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2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150828F-C3C2-56D9-C0D1-9DC7EF18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4C836891-B76E-2C0F-A35B-C7226E1C5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Read Temperature and Display 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91381E5-D72E-3B4B-7D46-6923BB552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87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 b="1" dirty="0"/>
              <a:t>Use basic math to convert ADC Value to Temperature </a:t>
            </a:r>
          </a:p>
          <a:p>
            <a:r>
              <a:rPr lang="en-US" b="1" dirty="0"/>
              <a:t>Use </a:t>
            </a:r>
            <a:r>
              <a:rPr lang="en-US" b="1" dirty="0" err="1"/>
              <a:t>lcd.h</a:t>
            </a:r>
            <a:r>
              <a:rPr lang="en-US" b="1" dirty="0"/>
              <a:t> and </a:t>
            </a:r>
            <a:r>
              <a:rPr lang="en-US" b="1" dirty="0" err="1"/>
              <a:t>lcd.c</a:t>
            </a:r>
            <a:r>
              <a:rPr lang="en-US" b="1" dirty="0"/>
              <a:t> to print temperature in the LCD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4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335</Words>
  <Application>Microsoft Office PowerPoint</Application>
  <PresentationFormat>On-screen Show (16:9)</PresentationFormat>
  <Paragraphs>78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Helvetica Neue</vt:lpstr>
      <vt:lpstr>Anek Malayalam SemiBold</vt:lpstr>
      <vt:lpstr>Anek Malayalam</vt:lpstr>
      <vt:lpstr>Simple Light</vt:lpstr>
      <vt:lpstr>Analog to Digital Conversion -ADC</vt:lpstr>
      <vt:lpstr>ADC</vt:lpstr>
      <vt:lpstr>ADC</vt:lpstr>
      <vt:lpstr>Key Registers</vt:lpstr>
      <vt:lpstr>ADMUX</vt:lpstr>
      <vt:lpstr>ADMUX</vt:lpstr>
      <vt:lpstr>ADCSRA</vt:lpstr>
      <vt:lpstr>ADCSRA</vt:lpstr>
      <vt:lpstr>ADC Data Register – ADCH and ADCL</vt:lpstr>
      <vt:lpstr>Algorithm</vt:lpstr>
      <vt:lpstr>Algorithm</vt:lpstr>
      <vt:lpstr>LM 35 Temperature sensor with Arduino</vt:lpstr>
      <vt:lpstr>LM 35 Temperature sensor with Arduino</vt:lpstr>
      <vt:lpstr>Read Temperature and Display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2025-10-13T14:52:54Z</dcterms:modified>
</cp:coreProperties>
</file>