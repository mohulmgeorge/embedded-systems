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7"/>
  </p:notesMasterIdLst>
  <p:sldIdLst>
    <p:sldId id="256" r:id="rId2"/>
    <p:sldId id="259" r:id="rId3"/>
    <p:sldId id="287" r:id="rId4"/>
    <p:sldId id="281" r:id="rId5"/>
    <p:sldId id="264" r:id="rId6"/>
  </p:sldIdLst>
  <p:sldSz cx="9144000" cy="5143500" type="screen16x9"/>
  <p:notesSz cx="6858000" cy="9144000"/>
  <p:embeddedFontLst>
    <p:embeddedFont>
      <p:font typeface="Anek Malayalam" panose="020B0604020202020204" charset="0"/>
      <p:regular r:id="rId8"/>
      <p:bold r:id="rId9"/>
    </p:embeddedFont>
    <p:embeddedFont>
      <p:font typeface="Anek Malayalam SemiBold" panose="020B0604020202020204" charset="0"/>
      <p:regular r:id="rId10"/>
      <p:bold r:id="rId11"/>
    </p:embeddedFont>
    <p:embeddedFont>
      <p:font typeface="Helvetica Neue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CA8E155-B939-49A2-B258-5F667E7F83F2}"/>
    <pc:docChg chg="undo custSel addSld delSld modSld">
      <pc:chgData name="Sreejith Rajan" userId="ec11bca0e4bee75f" providerId="LiveId" clId="{7CA8E155-B939-49A2-B258-5F667E7F83F2}" dt="2025-09-01T14:39:21.139" v="738"/>
      <pc:docMkLst>
        <pc:docMk/>
      </pc:docMkLst>
      <pc:sldChg chg="modSp mod">
        <pc:chgData name="Sreejith Rajan" userId="ec11bca0e4bee75f" providerId="LiveId" clId="{7CA8E155-B939-49A2-B258-5F667E7F83F2}" dt="2025-09-01T12:41:09.203" v="40" actId="20577"/>
        <pc:sldMkLst>
          <pc:docMk/>
          <pc:sldMk cId="0" sldId="256"/>
        </pc:sldMkLst>
      </pc:sldChg>
      <pc:sldChg chg="modSp mod">
        <pc:chgData name="Sreejith Rajan" userId="ec11bca0e4bee75f" providerId="LiveId" clId="{7CA8E155-B939-49A2-B258-5F667E7F83F2}" dt="2025-09-01T12:55:08.536" v="150" actId="20577"/>
        <pc:sldMkLst>
          <pc:docMk/>
          <pc:sldMk cId="0" sldId="258"/>
        </pc:sldMkLst>
      </pc:sldChg>
      <pc:sldChg chg="addSp delSp modSp mod">
        <pc:chgData name="Sreejith Rajan" userId="ec11bca0e4bee75f" providerId="LiveId" clId="{7CA8E155-B939-49A2-B258-5F667E7F83F2}" dt="2025-09-01T12:56:08.409" v="165" actId="20577"/>
        <pc:sldMkLst>
          <pc:docMk/>
          <pc:sldMk cId="0" sldId="259"/>
        </pc:sldMkLst>
      </pc:sldChg>
      <pc:sldChg chg="delSp modSp mod">
        <pc:chgData name="Sreejith Rajan" userId="ec11bca0e4bee75f" providerId="LiveId" clId="{7CA8E155-B939-49A2-B258-5F667E7F83F2}" dt="2025-09-01T13:09:36.295" v="247" actId="20577"/>
        <pc:sldMkLst>
          <pc:docMk/>
          <pc:sldMk cId="1389626550" sldId="267"/>
        </pc:sldMkLst>
      </pc:sldChg>
      <pc:sldChg chg="delSp modSp del mod">
        <pc:chgData name="Sreejith Rajan" userId="ec11bca0e4bee75f" providerId="LiveId" clId="{7CA8E155-B939-49A2-B258-5F667E7F83F2}" dt="2025-09-01T13:13:41.916" v="280" actId="47"/>
        <pc:sldMkLst>
          <pc:docMk/>
          <pc:sldMk cId="2517281589" sldId="274"/>
        </pc:sldMkLst>
      </pc:sldChg>
      <pc:sldChg chg="delSp modSp mod">
        <pc:chgData name="Sreejith Rajan" userId="ec11bca0e4bee75f" providerId="LiveId" clId="{7CA8E155-B939-49A2-B258-5F667E7F83F2}" dt="2025-09-01T12:57:52.460" v="187" actId="207"/>
        <pc:sldMkLst>
          <pc:docMk/>
          <pc:sldMk cId="280470215" sldId="281"/>
        </pc:sldMkLst>
      </pc:sldChg>
      <pc:sldChg chg="addSp delSp modSp mod">
        <pc:chgData name="Sreejith Rajan" userId="ec11bca0e4bee75f" providerId="LiveId" clId="{7CA8E155-B939-49A2-B258-5F667E7F83F2}" dt="2025-09-01T13:07:46.235" v="213" actId="20577"/>
        <pc:sldMkLst>
          <pc:docMk/>
          <pc:sldMk cId="682396941" sldId="282"/>
        </pc:sldMkLst>
      </pc:sldChg>
      <pc:sldChg chg="addSp delSp modSp mod">
        <pc:chgData name="Sreejith Rajan" userId="ec11bca0e4bee75f" providerId="LiveId" clId="{7CA8E155-B939-49A2-B258-5F667E7F83F2}" dt="2025-09-01T13:13:17.314" v="272" actId="20577"/>
        <pc:sldMkLst>
          <pc:docMk/>
          <pc:sldMk cId="3362503428" sldId="283"/>
        </pc:sldMkLst>
      </pc:sldChg>
      <pc:sldChg chg="delSp modSp mod">
        <pc:chgData name="Sreejith Rajan" userId="ec11bca0e4bee75f" providerId="LiveId" clId="{7CA8E155-B939-49A2-B258-5F667E7F83F2}" dt="2025-09-01T13:15:12.557" v="344" actId="20577"/>
        <pc:sldMkLst>
          <pc:docMk/>
          <pc:sldMk cId="3896615428" sldId="284"/>
        </pc:sldMkLst>
      </pc:sldChg>
      <pc:sldChg chg="addSp modSp add mod">
        <pc:chgData name="Sreejith Rajan" userId="ec11bca0e4bee75f" providerId="LiveId" clId="{7CA8E155-B939-49A2-B258-5F667E7F83F2}" dt="2025-09-01T13:21:58.159" v="365" actId="1076"/>
        <pc:sldMkLst>
          <pc:docMk/>
          <pc:sldMk cId="2768999598" sldId="285"/>
        </pc:sldMkLst>
      </pc:sldChg>
      <pc:sldChg chg="new del">
        <pc:chgData name="Sreejith Rajan" userId="ec11bca0e4bee75f" providerId="LiveId" clId="{7CA8E155-B939-49A2-B258-5F667E7F83F2}" dt="2025-09-01T13:28:35.039" v="367" actId="47"/>
        <pc:sldMkLst>
          <pc:docMk/>
          <pc:sldMk cId="1073535821" sldId="286"/>
        </pc:sldMkLst>
      </pc:sldChg>
      <pc:sldChg chg="delSp modSp add mod">
        <pc:chgData name="Sreejith Rajan" userId="ec11bca0e4bee75f" providerId="LiveId" clId="{7CA8E155-B939-49A2-B258-5F667E7F83F2}" dt="2025-09-01T14:39:21.139" v="738"/>
        <pc:sldMkLst>
          <pc:docMk/>
          <pc:sldMk cId="1488398723" sldId="286"/>
        </pc:sldMkLst>
      </pc:sldChg>
      <pc:sldChg chg="new del">
        <pc:chgData name="Sreejith Rajan" userId="ec11bca0e4bee75f" providerId="LiveId" clId="{7CA8E155-B939-49A2-B258-5F667E7F83F2}" dt="2025-09-01T13:28:42.025" v="369" actId="680"/>
        <pc:sldMkLst>
          <pc:docMk/>
          <pc:sldMk cId="3982304584" sldId="286"/>
        </pc:sldMkLst>
      </pc:sldChg>
    </pc:docChg>
  </pc:docChgLst>
  <pc:docChgLst>
    <pc:chgData name="Sreejith Rajan" userId="ec11bca0e4bee75f" providerId="LiveId" clId="{7B4F392D-EAB3-4CE7-903E-F84869825F47}"/>
    <pc:docChg chg="custSel addSld delSld modSld sldOrd">
      <pc:chgData name="Sreejith Rajan" userId="ec11bca0e4bee75f" providerId="LiveId" clId="{7B4F392D-EAB3-4CE7-903E-F84869825F47}" dt="2025-11-02T04:22:52.248" v="1337" actId="20577"/>
      <pc:docMkLst>
        <pc:docMk/>
      </pc:docMkLst>
      <pc:sldChg chg="modSp mod">
        <pc:chgData name="Sreejith Rajan" userId="ec11bca0e4bee75f" providerId="LiveId" clId="{7B4F392D-EAB3-4CE7-903E-F84869825F47}" dt="2025-11-02T04:20:54.785" v="1283" actId="1076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5-11-02T04:18:38.321" v="1255" actId="20577"/>
          <ac:spMkLst>
            <pc:docMk/>
            <pc:sldMk cId="0" sldId="256"/>
            <ac:spMk id="33" creationId="{00000000-0000-0000-0000-000000000000}"/>
          </ac:spMkLst>
        </pc:spChg>
        <pc:spChg chg="mod">
          <ac:chgData name="Sreejith Rajan" userId="ec11bca0e4bee75f" providerId="LiveId" clId="{7B4F392D-EAB3-4CE7-903E-F84869825F47}" dt="2025-11-02T04:20:54.785" v="1283" actId="1076"/>
          <ac:spMkLst>
            <pc:docMk/>
            <pc:sldMk cId="0" sldId="256"/>
            <ac:spMk id="34" creationId="{00000000-0000-0000-0000-000000000000}"/>
          </ac:spMkLst>
        </pc:spChg>
      </pc:sldChg>
      <pc:sldChg chg="modSp del mod">
        <pc:chgData name="Sreejith Rajan" userId="ec11bca0e4bee75f" providerId="LiveId" clId="{7B4F392D-EAB3-4CE7-903E-F84869825F47}" dt="2025-11-02T04:08:02.132" v="506" actId="47"/>
        <pc:sldMkLst>
          <pc:docMk/>
          <pc:sldMk cId="0" sldId="258"/>
        </pc:sldMkLst>
        <pc:spChg chg="mod">
          <ac:chgData name="Sreejith Rajan" userId="ec11bca0e4bee75f" providerId="LiveId" clId="{7B4F392D-EAB3-4CE7-903E-F84869825F47}" dt="2025-11-02T04:07:58.897" v="505" actId="20577"/>
          <ac:spMkLst>
            <pc:docMk/>
            <pc:sldMk cId="0" sldId="258"/>
            <ac:spMk id="46" creationId="{00000000-0000-0000-0000-000000000000}"/>
          </ac:spMkLst>
        </pc:spChg>
        <pc:spChg chg="mod">
          <ac:chgData name="Sreejith Rajan" userId="ec11bca0e4bee75f" providerId="LiveId" clId="{7B4F392D-EAB3-4CE7-903E-F84869825F47}" dt="2025-11-02T04:05:09.011" v="25" actId="12"/>
          <ac:spMkLst>
            <pc:docMk/>
            <pc:sldMk cId="0" sldId="258"/>
            <ac:spMk id="47" creationId="{00000000-0000-0000-0000-000000000000}"/>
          </ac:spMkLst>
        </pc:spChg>
      </pc:sldChg>
      <pc:sldChg chg="modSp mod ord">
        <pc:chgData name="Sreejith Rajan" userId="ec11bca0e4bee75f" providerId="LiveId" clId="{7B4F392D-EAB3-4CE7-903E-F84869825F47}" dt="2025-11-02T04:22:52.248" v="1337" actId="20577"/>
        <pc:sldMkLst>
          <pc:docMk/>
          <pc:sldMk cId="0" sldId="259"/>
        </pc:sldMkLst>
        <pc:spChg chg="mod">
          <ac:chgData name="Sreejith Rajan" userId="ec11bca0e4bee75f" providerId="LiveId" clId="{7B4F392D-EAB3-4CE7-903E-F84869825F47}" dt="2025-11-02T04:05:38.206" v="216" actId="20577"/>
          <ac:spMkLst>
            <pc:docMk/>
            <pc:sldMk cId="0" sldId="259"/>
            <ac:spMk id="54" creationId="{00000000-0000-0000-0000-000000000000}"/>
          </ac:spMkLst>
        </pc:spChg>
        <pc:spChg chg="mod">
          <ac:chgData name="Sreejith Rajan" userId="ec11bca0e4bee75f" providerId="LiveId" clId="{7B4F392D-EAB3-4CE7-903E-F84869825F47}" dt="2025-11-02T04:22:52.248" v="1337" actId="20577"/>
          <ac:spMkLst>
            <pc:docMk/>
            <pc:sldMk cId="0" sldId="259"/>
            <ac:spMk id="55" creationId="{00000000-0000-0000-0000-000000000000}"/>
          </ac:spMkLst>
        </pc:spChg>
      </pc:sldChg>
      <pc:sldChg chg="del">
        <pc:chgData name="Sreejith Rajan" userId="ec11bca0e4bee75f" providerId="LiveId" clId="{7B4F392D-EAB3-4CE7-903E-F84869825F47}" dt="2025-11-02T04:17:09.571" v="1185" actId="47"/>
        <pc:sldMkLst>
          <pc:docMk/>
          <pc:sldMk cId="1389626550" sldId="267"/>
        </pc:sldMkLst>
      </pc:sldChg>
      <pc:sldChg chg="modSp mod">
        <pc:chgData name="Sreejith Rajan" userId="ec11bca0e4bee75f" providerId="LiveId" clId="{7B4F392D-EAB3-4CE7-903E-F84869825F47}" dt="2025-11-02T04:16:17.582" v="1128" actId="20577"/>
        <pc:sldMkLst>
          <pc:docMk/>
          <pc:sldMk cId="280470215" sldId="281"/>
        </pc:sldMkLst>
        <pc:spChg chg="mod">
          <ac:chgData name="Sreejith Rajan" userId="ec11bca0e4bee75f" providerId="LiveId" clId="{7B4F392D-EAB3-4CE7-903E-F84869825F47}" dt="2025-11-02T04:10:03.010" v="659" actId="20577"/>
          <ac:spMkLst>
            <pc:docMk/>
            <pc:sldMk cId="280470215" sldId="281"/>
            <ac:spMk id="54" creationId="{6B15B2B1-49F5-2797-EA94-FD8176141DEB}"/>
          </ac:spMkLst>
        </pc:spChg>
        <pc:spChg chg="mod">
          <ac:chgData name="Sreejith Rajan" userId="ec11bca0e4bee75f" providerId="LiveId" clId="{7B4F392D-EAB3-4CE7-903E-F84869825F47}" dt="2025-11-02T04:16:17.582" v="1128" actId="20577"/>
          <ac:spMkLst>
            <pc:docMk/>
            <pc:sldMk cId="280470215" sldId="281"/>
            <ac:spMk id="55" creationId="{3F769B9D-F2C9-ED4B-5F86-A4260FE8E786}"/>
          </ac:spMkLst>
        </pc:spChg>
      </pc:sldChg>
      <pc:sldChg chg="del">
        <pc:chgData name="Sreejith Rajan" userId="ec11bca0e4bee75f" providerId="LiveId" clId="{7B4F392D-EAB3-4CE7-903E-F84869825F47}" dt="2025-11-02T04:17:07.692" v="1184" actId="47"/>
        <pc:sldMkLst>
          <pc:docMk/>
          <pc:sldMk cId="682396941" sldId="282"/>
        </pc:sldMkLst>
      </pc:sldChg>
      <pc:sldChg chg="del">
        <pc:chgData name="Sreejith Rajan" userId="ec11bca0e4bee75f" providerId="LiveId" clId="{7B4F392D-EAB3-4CE7-903E-F84869825F47}" dt="2025-11-02T04:17:10.430" v="1186" actId="47"/>
        <pc:sldMkLst>
          <pc:docMk/>
          <pc:sldMk cId="3362503428" sldId="283"/>
        </pc:sldMkLst>
      </pc:sldChg>
      <pc:sldChg chg="del">
        <pc:chgData name="Sreejith Rajan" userId="ec11bca0e4bee75f" providerId="LiveId" clId="{7B4F392D-EAB3-4CE7-903E-F84869825F47}" dt="2025-11-02T04:17:11.480" v="1187" actId="47"/>
        <pc:sldMkLst>
          <pc:docMk/>
          <pc:sldMk cId="3896615428" sldId="284"/>
        </pc:sldMkLst>
      </pc:sldChg>
      <pc:sldChg chg="del">
        <pc:chgData name="Sreejith Rajan" userId="ec11bca0e4bee75f" providerId="LiveId" clId="{7B4F392D-EAB3-4CE7-903E-F84869825F47}" dt="2025-11-02T04:17:12.447" v="1188" actId="47"/>
        <pc:sldMkLst>
          <pc:docMk/>
          <pc:sldMk cId="2768999598" sldId="285"/>
        </pc:sldMkLst>
      </pc:sldChg>
      <pc:sldChg chg="del">
        <pc:chgData name="Sreejith Rajan" userId="ec11bca0e4bee75f" providerId="LiveId" clId="{7B4F392D-EAB3-4CE7-903E-F84869825F47}" dt="2025-11-02T04:17:13.220" v="1189" actId="47"/>
        <pc:sldMkLst>
          <pc:docMk/>
          <pc:sldMk cId="1488398723" sldId="286"/>
        </pc:sldMkLst>
      </pc:sldChg>
      <pc:sldChg chg="modSp add mod">
        <pc:chgData name="Sreejith Rajan" userId="ec11bca0e4bee75f" providerId="LiveId" clId="{7B4F392D-EAB3-4CE7-903E-F84869825F47}" dt="2025-11-02T04:19:32.287" v="1282" actId="20577"/>
        <pc:sldMkLst>
          <pc:docMk/>
          <pc:sldMk cId="3416651804" sldId="287"/>
        </pc:sldMkLst>
        <pc:spChg chg="mod">
          <ac:chgData name="Sreejith Rajan" userId="ec11bca0e4bee75f" providerId="LiveId" clId="{7B4F392D-EAB3-4CE7-903E-F84869825F47}" dt="2025-11-02T04:08:32.458" v="527" actId="20577"/>
          <ac:spMkLst>
            <pc:docMk/>
            <pc:sldMk cId="3416651804" sldId="287"/>
            <ac:spMk id="54" creationId="{FDED580D-D16C-6842-53C5-E96BB43300F0}"/>
          </ac:spMkLst>
        </pc:spChg>
        <pc:spChg chg="mod">
          <ac:chgData name="Sreejith Rajan" userId="ec11bca0e4bee75f" providerId="LiveId" clId="{7B4F392D-EAB3-4CE7-903E-F84869825F47}" dt="2025-11-02T04:19:32.287" v="1282" actId="20577"/>
          <ac:spMkLst>
            <pc:docMk/>
            <pc:sldMk cId="3416651804" sldId="287"/>
            <ac:spMk id="55" creationId="{6AD27F89-053C-7D90-FE02-AD2B3CBEAE26}"/>
          </ac:spMkLst>
        </pc:spChg>
      </pc:sldChg>
      <pc:sldMasterChg chg="delSldLayout">
        <pc:chgData name="Sreejith Rajan" userId="ec11bca0e4bee75f" providerId="LiveId" clId="{7B4F392D-EAB3-4CE7-903E-F84869825F47}" dt="2025-11-02T04:08:02.132" v="506" actId="47"/>
        <pc:sldMasterMkLst>
          <pc:docMk/>
          <pc:sldMasterMk cId="0" sldId="2147483654"/>
        </pc:sldMasterMkLst>
        <pc:sldLayoutChg chg="del">
          <pc:chgData name="Sreejith Rajan" userId="ec11bca0e4bee75f" providerId="LiveId" clId="{7B4F392D-EAB3-4CE7-903E-F84869825F47}" dt="2025-11-02T04:08:02.132" v="506" actId="47"/>
          <pc:sldLayoutMkLst>
            <pc:docMk/>
            <pc:sldMasterMk cId="0" sldId="2147483654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157C38B-3374-6317-9EA5-6F28FFF1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17473314-D853-B38C-6FF4-E40B064B0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A5516249-BE61-656F-2FE6-19468BD18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7928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570C6CA-FC2B-50B8-291E-1AED90AC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2D28A02E-D70B-9B07-F94D-C3FACB34E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E7145B5-6E7B-4EE2-08D5-D40EBABE7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230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546091" y="613922"/>
            <a:ext cx="6217981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Entri Makers’ Workshop</a:t>
            </a:r>
            <a:br>
              <a:rPr lang="en" dirty="0"/>
            </a:b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546091" y="2415562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Workshop- Objectives 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refresh the concepts learned in C Programming and AVR Microcontrollers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Design and develop a working prototype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6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Conceptualization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6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Microplanning &amp;Algorithm Development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6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Coding 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6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Hardware implementation (</a:t>
            </a:r>
            <a:r>
              <a:rPr lang="en-US" sz="160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 stages)</a:t>
            </a:r>
            <a:endParaRPr lang="en-US" sz="16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6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Work(Git –GitHub/ Coordination)</a:t>
            </a:r>
          </a:p>
          <a:p>
            <a:pPr lvl="1" indent="-355600">
              <a:buSzPts val="2000"/>
              <a:buFont typeface="Helvetica Neue"/>
              <a:buChar char="●"/>
            </a:pPr>
            <a:endParaRPr lang="en-US" sz="16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1" indent="-355600">
              <a:buSzPts val="2000"/>
              <a:buFont typeface="Helvetica Neue"/>
              <a:buChar char="●"/>
            </a:pPr>
            <a:endParaRPr lang="en-US" sz="16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4322D04-9940-3E0B-7822-E4977757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FDED580D-D16C-6842-53C5-E96BB43300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Evaluation Criteria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6AD27F89-053C-7D90-FE02-AD2B3CBEA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1" indent="-355600">
              <a:buSzPts val="2000"/>
              <a:buFont typeface="Helvetica Neue"/>
              <a:buChar char="●"/>
            </a:pPr>
            <a:endParaRPr lang="en-US" sz="16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6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Microplanning Team work -30%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6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Coding(Modular/Functions) – 20 %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6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Hardware prototype -20%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6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Documentation – 20%</a:t>
            </a:r>
          </a:p>
          <a:p>
            <a:pPr lvl="1" indent="-355600">
              <a:buSzPts val="2000"/>
              <a:buFont typeface="Helvetica Neue"/>
              <a:buChar char="●"/>
            </a:pPr>
            <a:r>
              <a:rPr lang="en-US" sz="16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Presentation(Posters/ PPT/Pitch Desk) – 10%</a:t>
            </a:r>
          </a:p>
        </p:txBody>
      </p:sp>
    </p:spTree>
    <p:extLst>
      <p:ext uri="{BB962C8B-B14F-4D97-AF65-F5344CB8AC3E}">
        <p14:creationId xmlns:p14="http://schemas.microsoft.com/office/powerpoint/2010/main" val="341665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8497F26-3D14-2303-06EB-FB2FFF87E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6B15B2B1-49F5-2797-EA94-FD8176141D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 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3F769B9D-F2C9-ED4B-5F86-A4260FE8E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Environment Monitor using bmp 280 – Display Temperature and Pressure in LCD display</a:t>
            </a:r>
          </a:p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Two-way traffic control System with pedestrian crossing ( WITH TIMER – Showing the time in Serial Monitor). Use 2 servo motor when stopping the vehicle traffic</a:t>
            </a:r>
          </a:p>
          <a:p>
            <a:pPr marL="5588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Temperature controlled Fan and wireless alert system for over temperature( Mimicking a fire hazard)</a:t>
            </a:r>
          </a:p>
        </p:txBody>
      </p:sp>
    </p:spTree>
    <p:extLst>
      <p:ext uri="{BB962C8B-B14F-4D97-AF65-F5344CB8AC3E}">
        <p14:creationId xmlns:p14="http://schemas.microsoft.com/office/powerpoint/2010/main" val="280470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 dirty="0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 dirty="0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147</Words>
  <Application>Microsoft Office PowerPoint</Application>
  <PresentationFormat>On-screen Show (16:9)</PresentationFormat>
  <Paragraphs>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Anek Malayalam</vt:lpstr>
      <vt:lpstr>Helvetica Neue</vt:lpstr>
      <vt:lpstr>Anek Malayalam SemiBold</vt:lpstr>
      <vt:lpstr>Simple Light</vt:lpstr>
      <vt:lpstr>Entri Makers’ Workshop </vt:lpstr>
      <vt:lpstr>Workshop- Objectives  </vt:lpstr>
      <vt:lpstr>Evaluation Criteria </vt:lpstr>
      <vt:lpstr>Questions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29</cp:revision>
  <dcterms:modified xsi:type="dcterms:W3CDTF">2025-11-02T04:23:00Z</dcterms:modified>
</cp:coreProperties>
</file>