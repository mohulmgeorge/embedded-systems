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8"/>
  </p:notesMasterIdLst>
  <p:sldIdLst>
    <p:sldId id="256" r:id="rId2"/>
    <p:sldId id="310" r:id="rId3"/>
    <p:sldId id="311" r:id="rId4"/>
    <p:sldId id="287" r:id="rId5"/>
    <p:sldId id="312" r:id="rId6"/>
    <p:sldId id="306" r:id="rId7"/>
    <p:sldId id="307" r:id="rId8"/>
    <p:sldId id="308" r:id="rId9"/>
    <p:sldId id="309" r:id="rId10"/>
    <p:sldId id="313" r:id="rId11"/>
    <p:sldId id="314" r:id="rId12"/>
    <p:sldId id="315" r:id="rId13"/>
    <p:sldId id="316" r:id="rId14"/>
    <p:sldId id="317" r:id="rId15"/>
    <p:sldId id="318" r:id="rId16"/>
    <p:sldId id="264" r:id="rId17"/>
  </p:sldIdLst>
  <p:sldSz cx="9144000" cy="5143500" type="screen16x9"/>
  <p:notesSz cx="6858000" cy="9144000"/>
  <p:embeddedFontLst>
    <p:embeddedFont>
      <p:font typeface="Anek Malayalam" panose="020B0604020202020204" charset="0"/>
      <p:regular r:id="rId19"/>
      <p:bold r:id="rId20"/>
    </p:embeddedFont>
    <p:embeddedFont>
      <p:font typeface="Anek Malayalam SemiBold" panose="020B0604020202020204" charset="0"/>
      <p:regular r:id="rId21"/>
      <p:bold r:id="rId22"/>
    </p:embeddedFont>
    <p:embeddedFont>
      <p:font typeface="Helvetica Neue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EC8AAB-6C96-455C-9860-50D6A59E607C}" v="32" dt="2025-10-29T13:20:42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5-10-29T14:12:23.990" v="5956" actId="5793"/>
      <pc:docMkLst>
        <pc:docMk/>
      </pc:docMkLst>
      <pc:sldChg chg="modSp mod">
        <pc:chgData name="Sreejith Rajan" userId="ec11bca0e4bee75f" providerId="LiveId" clId="{7B4F392D-EAB3-4CE7-903E-F84869825F47}" dt="2025-10-29T11:24:58.742" v="5337" actId="20577"/>
        <pc:sldMkLst>
          <pc:docMk/>
          <pc:sldMk cId="0" sldId="256"/>
        </pc:sldMkLst>
        <pc:spChg chg="mod">
          <ac:chgData name="Sreejith Rajan" userId="ec11bca0e4bee75f" providerId="LiveId" clId="{7B4F392D-EAB3-4CE7-903E-F84869825F47}" dt="2025-10-29T11:24:58.742" v="5337" actId="20577"/>
          <ac:spMkLst>
            <pc:docMk/>
            <pc:sldMk cId="0" sldId="256"/>
            <ac:spMk id="33" creationId="{00000000-0000-0000-0000-000000000000}"/>
          </ac:spMkLst>
        </pc:spChg>
      </pc:sldChg>
      <pc:sldChg chg="addSp modSp del mod">
        <pc:chgData name="Sreejith Rajan" userId="ec11bca0e4bee75f" providerId="LiveId" clId="{7B4F392D-EAB3-4CE7-903E-F84869825F47}" dt="2025-09-26T13:36:34.936" v="1819" actId="47"/>
        <pc:sldMkLst>
          <pc:docMk/>
          <pc:sldMk cId="0" sldId="258"/>
        </pc:sldMkLst>
      </pc:sldChg>
      <pc:sldChg chg="addSp delSp modSp add del mod ord">
        <pc:chgData name="Sreejith Rajan" userId="ec11bca0e4bee75f" providerId="LiveId" clId="{7B4F392D-EAB3-4CE7-903E-F84869825F47}" dt="2025-09-26T13:36:37.995" v="1822" actId="47"/>
        <pc:sldMkLst>
          <pc:docMk/>
          <pc:sldMk cId="1389626550" sldId="267"/>
        </pc:sldMkLst>
      </pc:sldChg>
      <pc:sldChg chg="addSp delSp modSp del mod">
        <pc:chgData name="Sreejith Rajan" userId="ec11bca0e4bee75f" providerId="LiveId" clId="{7B4F392D-EAB3-4CE7-903E-F84869825F47}" dt="2025-09-29T13:47:37.003" v="2823" actId="2696"/>
        <pc:sldMkLst>
          <pc:docMk/>
          <pc:sldMk cId="2517281589" sldId="274"/>
        </pc:sldMkLst>
      </pc:sldChg>
      <pc:sldChg chg="modSp del mod ord">
        <pc:chgData name="Sreejith Rajan" userId="ec11bca0e4bee75f" providerId="LiveId" clId="{7B4F392D-EAB3-4CE7-903E-F84869825F47}" dt="2025-09-26T13:36:34.298" v="1818" actId="47"/>
        <pc:sldMkLst>
          <pc:docMk/>
          <pc:sldMk cId="682396941" sldId="282"/>
        </pc:sldMkLst>
      </pc:sldChg>
      <pc:sldChg chg="addSp modSp del mod ord">
        <pc:chgData name="Sreejith Rajan" userId="ec11bca0e4bee75f" providerId="LiveId" clId="{7B4F392D-EAB3-4CE7-903E-F84869825F47}" dt="2025-09-26T13:36:36.779" v="1821" actId="47"/>
        <pc:sldMkLst>
          <pc:docMk/>
          <pc:sldMk cId="3362503428" sldId="283"/>
        </pc:sldMkLst>
      </pc:sldChg>
      <pc:sldChg chg="addSp delSp modSp del mod">
        <pc:chgData name="Sreejith Rajan" userId="ec11bca0e4bee75f" providerId="LiveId" clId="{7B4F392D-EAB3-4CE7-903E-F84869825F47}" dt="2025-09-26T13:36:35.786" v="1820" actId="47"/>
        <pc:sldMkLst>
          <pc:docMk/>
          <pc:sldMk cId="2771709912" sldId="285"/>
        </pc:sldMkLst>
      </pc:sldChg>
      <pc:sldChg chg="delSp del mod">
        <pc:chgData name="Sreejith Rajan" userId="ec11bca0e4bee75f" providerId="LiveId" clId="{7B4F392D-EAB3-4CE7-903E-F84869825F47}" dt="2025-09-19T08:54:52.742" v="755" actId="47"/>
        <pc:sldMkLst>
          <pc:docMk/>
          <pc:sldMk cId="321485736" sldId="286"/>
        </pc:sldMkLst>
      </pc:sldChg>
      <pc:sldChg chg="addSp delSp modSp mod">
        <pc:chgData name="Sreejith Rajan" userId="ec11bca0e4bee75f" providerId="LiveId" clId="{7B4F392D-EAB3-4CE7-903E-F84869825F47}" dt="2025-10-29T11:33:27.352" v="5445" actId="1076"/>
        <pc:sldMkLst>
          <pc:docMk/>
          <pc:sldMk cId="3959199433" sldId="287"/>
        </pc:sldMkLst>
        <pc:spChg chg="add del mod">
          <ac:chgData name="Sreejith Rajan" userId="ec11bca0e4bee75f" providerId="LiveId" clId="{7B4F392D-EAB3-4CE7-903E-F84869825F47}" dt="2025-10-29T11:29:05.322" v="5394" actId="478"/>
          <ac:spMkLst>
            <pc:docMk/>
            <pc:sldMk cId="3959199433" sldId="287"/>
            <ac:spMk id="3" creationId="{6584B251-A80E-E86E-A79B-09C1AF8A59E4}"/>
          </ac:spMkLst>
        </pc:spChg>
        <pc:spChg chg="mod">
          <ac:chgData name="Sreejith Rajan" userId="ec11bca0e4bee75f" providerId="LiveId" clId="{7B4F392D-EAB3-4CE7-903E-F84869825F47}" dt="2025-10-29T11:32:18.121" v="5436" actId="27636"/>
          <ac:spMkLst>
            <pc:docMk/>
            <pc:sldMk cId="3959199433" sldId="287"/>
            <ac:spMk id="54" creationId="{C4CE2FAD-1A13-21FB-4CDB-D7E0702E4157}"/>
          </ac:spMkLst>
        </pc:spChg>
        <pc:spChg chg="del mod">
          <ac:chgData name="Sreejith Rajan" userId="ec11bca0e4bee75f" providerId="LiveId" clId="{7B4F392D-EAB3-4CE7-903E-F84869825F47}" dt="2025-10-29T11:29:01.756" v="5393" actId="478"/>
          <ac:spMkLst>
            <pc:docMk/>
            <pc:sldMk cId="3959199433" sldId="287"/>
            <ac:spMk id="55" creationId="{FF1E4D12-E5A8-7B19-694A-8370FEB4E421}"/>
          </ac:spMkLst>
        </pc:spChg>
        <pc:graphicFrameChg chg="add mod modGraphic">
          <ac:chgData name="Sreejith Rajan" userId="ec11bca0e4bee75f" providerId="LiveId" clId="{7B4F392D-EAB3-4CE7-903E-F84869825F47}" dt="2025-10-29T11:31:59.045" v="5402" actId="1076"/>
          <ac:graphicFrameMkLst>
            <pc:docMk/>
            <pc:sldMk cId="3959199433" sldId="287"/>
            <ac:graphicFrameMk id="4" creationId="{F8D84034-717D-246D-A3B2-286DA116FA06}"/>
          </ac:graphicFrameMkLst>
        </pc:graphicFrameChg>
        <pc:picChg chg="add mod modCrop">
          <ac:chgData name="Sreejith Rajan" userId="ec11bca0e4bee75f" providerId="LiveId" clId="{7B4F392D-EAB3-4CE7-903E-F84869825F47}" dt="2025-10-29T11:33:27.352" v="5445" actId="1076"/>
          <ac:picMkLst>
            <pc:docMk/>
            <pc:sldMk cId="3959199433" sldId="287"/>
            <ac:picMk id="6" creationId="{74291BEC-C4B2-F2AF-1876-D70643036DC2}"/>
          </ac:picMkLst>
        </pc:picChg>
      </pc:sldChg>
      <pc:sldChg chg="del">
        <pc:chgData name="Sreejith Rajan" userId="ec11bca0e4bee75f" providerId="LiveId" clId="{7B4F392D-EAB3-4CE7-903E-F84869825F47}" dt="2025-09-19T09:13:31.674" v="1068" actId="47"/>
        <pc:sldMkLst>
          <pc:docMk/>
          <pc:sldMk cId="1933302962" sldId="288"/>
        </pc:sldMkLst>
      </pc:sldChg>
      <pc:sldChg chg="del">
        <pc:chgData name="Sreejith Rajan" userId="ec11bca0e4bee75f" providerId="LiveId" clId="{7B4F392D-EAB3-4CE7-903E-F84869825F47}" dt="2025-09-19T09:13:25.785" v="1067" actId="47"/>
        <pc:sldMkLst>
          <pc:docMk/>
          <pc:sldMk cId="1380718396" sldId="289"/>
        </pc:sldMkLst>
      </pc:sldChg>
      <pc:sldChg chg="addSp delSp modSp add del mod">
        <pc:chgData name="Sreejith Rajan" userId="ec11bca0e4bee75f" providerId="LiveId" clId="{7B4F392D-EAB3-4CE7-903E-F84869825F47}" dt="2025-09-26T13:36:40.310" v="1825" actId="47"/>
        <pc:sldMkLst>
          <pc:docMk/>
          <pc:sldMk cId="4163967858" sldId="290"/>
        </pc:sldMkLst>
      </pc:sldChg>
      <pc:sldChg chg="delSp modSp add del mod">
        <pc:chgData name="Sreejith Rajan" userId="ec11bca0e4bee75f" providerId="LiveId" clId="{7B4F392D-EAB3-4CE7-903E-F84869825F47}" dt="2025-09-26T13:36:39.459" v="1824" actId="47"/>
        <pc:sldMkLst>
          <pc:docMk/>
          <pc:sldMk cId="3054169711" sldId="291"/>
        </pc:sldMkLst>
      </pc:sldChg>
      <pc:sldChg chg="addSp delSp modSp add del mod">
        <pc:chgData name="Sreejith Rajan" userId="ec11bca0e4bee75f" providerId="LiveId" clId="{7B4F392D-EAB3-4CE7-903E-F84869825F47}" dt="2025-10-08T05:49:28.700" v="4629" actId="47"/>
        <pc:sldMkLst>
          <pc:docMk/>
          <pc:sldMk cId="1690133944" sldId="292"/>
        </pc:sldMkLst>
      </pc:sldChg>
      <pc:sldChg chg="delSp modSp add del mod ord">
        <pc:chgData name="Sreejith Rajan" userId="ec11bca0e4bee75f" providerId="LiveId" clId="{7B4F392D-EAB3-4CE7-903E-F84869825F47}" dt="2025-09-26T13:36:33.418" v="1817" actId="47"/>
        <pc:sldMkLst>
          <pc:docMk/>
          <pc:sldMk cId="1886088078" sldId="293"/>
        </pc:sldMkLst>
      </pc:sldChg>
      <pc:sldChg chg="modSp add del mod">
        <pc:chgData name="Sreejith Rajan" userId="ec11bca0e4bee75f" providerId="LiveId" clId="{7B4F392D-EAB3-4CE7-903E-F84869825F47}" dt="2025-10-06T11:07:57.795" v="4399" actId="47"/>
        <pc:sldMkLst>
          <pc:docMk/>
          <pc:sldMk cId="3780731234" sldId="293"/>
        </pc:sldMkLst>
      </pc:sldChg>
      <pc:sldChg chg="addSp delSp modSp add del mod">
        <pc:chgData name="Sreejith Rajan" userId="ec11bca0e4bee75f" providerId="LiveId" clId="{7B4F392D-EAB3-4CE7-903E-F84869825F47}" dt="2025-09-26T13:36:38.704" v="1823" actId="47"/>
        <pc:sldMkLst>
          <pc:docMk/>
          <pc:sldMk cId="812141662" sldId="294"/>
        </pc:sldMkLst>
      </pc:sldChg>
      <pc:sldChg chg="addSp delSp modSp add del mod">
        <pc:chgData name="Sreejith Rajan" userId="ec11bca0e4bee75f" providerId="LiveId" clId="{7B4F392D-EAB3-4CE7-903E-F84869825F47}" dt="2025-10-08T05:49:26.593" v="4628" actId="47"/>
        <pc:sldMkLst>
          <pc:docMk/>
          <pc:sldMk cId="2315289045" sldId="294"/>
        </pc:sldMkLst>
      </pc:sldChg>
      <pc:sldChg chg="new del">
        <pc:chgData name="Sreejith Rajan" userId="ec11bca0e4bee75f" providerId="LiveId" clId="{7B4F392D-EAB3-4CE7-903E-F84869825F47}" dt="2025-09-19T09:29:05.345" v="1574" actId="680"/>
        <pc:sldMkLst>
          <pc:docMk/>
          <pc:sldMk cId="4185100054" sldId="294"/>
        </pc:sldMkLst>
      </pc:sldChg>
      <pc:sldChg chg="addSp delSp modSp add del mod">
        <pc:chgData name="Sreejith Rajan" userId="ec11bca0e4bee75f" providerId="LiveId" clId="{7B4F392D-EAB3-4CE7-903E-F84869825F47}" dt="2025-10-08T05:49:12.429" v="4621" actId="47"/>
        <pc:sldMkLst>
          <pc:docMk/>
          <pc:sldMk cId="61760651" sldId="295"/>
        </pc:sldMkLst>
      </pc:sldChg>
      <pc:sldChg chg="addSp delSp modSp add del mod">
        <pc:chgData name="Sreejith Rajan" userId="ec11bca0e4bee75f" providerId="LiveId" clId="{7B4F392D-EAB3-4CE7-903E-F84869825F47}" dt="2025-10-06T11:07:51.677" v="4397" actId="47"/>
        <pc:sldMkLst>
          <pc:docMk/>
          <pc:sldMk cId="1080415345" sldId="296"/>
        </pc:sldMkLst>
      </pc:sldChg>
      <pc:sldChg chg="modSp add del mod">
        <pc:chgData name="Sreejith Rajan" userId="ec11bca0e4bee75f" providerId="LiveId" clId="{7B4F392D-EAB3-4CE7-903E-F84869825F47}" dt="2025-10-06T11:08:00.105" v="4400" actId="47"/>
        <pc:sldMkLst>
          <pc:docMk/>
          <pc:sldMk cId="2067657878" sldId="297"/>
        </pc:sldMkLst>
      </pc:sldChg>
      <pc:sldChg chg="delSp modSp add del mod">
        <pc:chgData name="Sreejith Rajan" userId="ec11bca0e4bee75f" providerId="LiveId" clId="{7B4F392D-EAB3-4CE7-903E-F84869825F47}" dt="2025-10-06T11:08:01.614" v="4401" actId="47"/>
        <pc:sldMkLst>
          <pc:docMk/>
          <pc:sldMk cId="2603797813" sldId="298"/>
        </pc:sldMkLst>
      </pc:sldChg>
      <pc:sldChg chg="modSp add del">
        <pc:chgData name="Sreejith Rajan" userId="ec11bca0e4bee75f" providerId="LiveId" clId="{7B4F392D-EAB3-4CE7-903E-F84869825F47}" dt="2025-10-06T11:08:02.737" v="4402" actId="47"/>
        <pc:sldMkLst>
          <pc:docMk/>
          <pc:sldMk cId="1429475194" sldId="299"/>
        </pc:sldMkLst>
      </pc:sldChg>
      <pc:sldChg chg="addSp delSp modSp add del mod">
        <pc:chgData name="Sreejith Rajan" userId="ec11bca0e4bee75f" providerId="LiveId" clId="{7B4F392D-EAB3-4CE7-903E-F84869825F47}" dt="2025-10-06T11:07:55.138" v="4398" actId="47"/>
        <pc:sldMkLst>
          <pc:docMk/>
          <pc:sldMk cId="1510049413" sldId="300"/>
        </pc:sldMkLst>
      </pc:sldChg>
      <pc:sldChg chg="modSp add del mod">
        <pc:chgData name="Sreejith Rajan" userId="ec11bca0e4bee75f" providerId="LiveId" clId="{7B4F392D-EAB3-4CE7-903E-F84869825F47}" dt="2025-10-01T12:17:55.896" v="3652" actId="47"/>
        <pc:sldMkLst>
          <pc:docMk/>
          <pc:sldMk cId="2943669043" sldId="300"/>
        </pc:sldMkLst>
      </pc:sldChg>
      <pc:sldChg chg="addSp delSp modSp new del mod">
        <pc:chgData name="Sreejith Rajan" userId="ec11bca0e4bee75f" providerId="LiveId" clId="{7B4F392D-EAB3-4CE7-903E-F84869825F47}" dt="2025-10-08T05:49:24.917" v="4627" actId="47"/>
        <pc:sldMkLst>
          <pc:docMk/>
          <pc:sldMk cId="1882726736" sldId="301"/>
        </pc:sldMkLst>
      </pc:sldChg>
      <pc:sldChg chg="addSp delSp modSp new del mod">
        <pc:chgData name="Sreejith Rajan" userId="ec11bca0e4bee75f" providerId="LiveId" clId="{7B4F392D-EAB3-4CE7-903E-F84869825F47}" dt="2025-10-01T12:18:53.152" v="3654" actId="47"/>
        <pc:sldMkLst>
          <pc:docMk/>
          <pc:sldMk cId="3650779004" sldId="301"/>
        </pc:sldMkLst>
      </pc:sldChg>
      <pc:sldChg chg="modSp add del mod">
        <pc:chgData name="Sreejith Rajan" userId="ec11bca0e4bee75f" providerId="LiveId" clId="{7B4F392D-EAB3-4CE7-903E-F84869825F47}" dt="2025-10-08T05:49:23.540" v="4626" actId="47"/>
        <pc:sldMkLst>
          <pc:docMk/>
          <pc:sldMk cId="2181586980" sldId="302"/>
        </pc:sldMkLst>
      </pc:sldChg>
      <pc:sldChg chg="addSp delSp modSp add del mod">
        <pc:chgData name="Sreejith Rajan" userId="ec11bca0e4bee75f" providerId="LiveId" clId="{7B4F392D-EAB3-4CE7-903E-F84869825F47}" dt="2025-10-01T12:18:55.653" v="3655" actId="47"/>
        <pc:sldMkLst>
          <pc:docMk/>
          <pc:sldMk cId="3714944730" sldId="302"/>
        </pc:sldMkLst>
      </pc:sldChg>
      <pc:sldChg chg="addSp delSp modSp add del mod">
        <pc:chgData name="Sreejith Rajan" userId="ec11bca0e4bee75f" providerId="LiveId" clId="{7B4F392D-EAB3-4CE7-903E-F84869825F47}" dt="2025-10-08T05:49:21.180" v="4625" actId="47"/>
        <pc:sldMkLst>
          <pc:docMk/>
          <pc:sldMk cId="456415416" sldId="303"/>
        </pc:sldMkLst>
      </pc:sldChg>
      <pc:sldChg chg="addSp delSp modSp add del mod">
        <pc:chgData name="Sreejith Rajan" userId="ec11bca0e4bee75f" providerId="LiveId" clId="{7B4F392D-EAB3-4CE7-903E-F84869825F47}" dt="2025-10-08T05:49:16.956" v="4623" actId="47"/>
        <pc:sldMkLst>
          <pc:docMk/>
          <pc:sldMk cId="681132800" sldId="304"/>
        </pc:sldMkLst>
      </pc:sldChg>
      <pc:sldChg chg="addSp delSp modSp add del mod">
        <pc:chgData name="Sreejith Rajan" userId="ec11bca0e4bee75f" providerId="LiveId" clId="{7B4F392D-EAB3-4CE7-903E-F84869825F47}" dt="2025-10-08T05:49:14.973" v="4622" actId="47"/>
        <pc:sldMkLst>
          <pc:docMk/>
          <pc:sldMk cId="3947435229" sldId="305"/>
        </pc:sldMkLst>
      </pc:sldChg>
      <pc:sldChg chg="addSp delSp modSp add mod">
        <pc:chgData name="Sreejith Rajan" userId="ec11bca0e4bee75f" providerId="LiveId" clId="{7B4F392D-EAB3-4CE7-903E-F84869825F47}" dt="2025-10-29T12:52:02.560" v="5506" actId="207"/>
        <pc:sldMkLst>
          <pc:docMk/>
          <pc:sldMk cId="4264035287" sldId="306"/>
        </pc:sldMkLst>
        <pc:spChg chg="mod">
          <ac:chgData name="Sreejith Rajan" userId="ec11bca0e4bee75f" providerId="LiveId" clId="{7B4F392D-EAB3-4CE7-903E-F84869825F47}" dt="2025-10-17T11:43:26.543" v="4984" actId="20577"/>
          <ac:spMkLst>
            <pc:docMk/>
            <pc:sldMk cId="4264035287" sldId="306"/>
            <ac:spMk id="54" creationId="{02F49DB7-EDC5-358E-8CD6-35569CA25EE9}"/>
          </ac:spMkLst>
        </pc:spChg>
        <pc:graphicFrameChg chg="add del mod modGraphic">
          <ac:chgData name="Sreejith Rajan" userId="ec11bca0e4bee75f" providerId="LiveId" clId="{7B4F392D-EAB3-4CE7-903E-F84869825F47}" dt="2025-10-29T12:51:33.190" v="5501" actId="478"/>
          <ac:graphicFrameMkLst>
            <pc:docMk/>
            <pc:sldMk cId="4264035287" sldId="306"/>
            <ac:graphicFrameMk id="2" creationId="{11C14D1A-5AAA-3717-6B09-C7ADDC6BE69C}"/>
          </ac:graphicFrameMkLst>
        </pc:graphicFrameChg>
        <pc:graphicFrameChg chg="add mod modGraphic">
          <ac:chgData name="Sreejith Rajan" userId="ec11bca0e4bee75f" providerId="LiveId" clId="{7B4F392D-EAB3-4CE7-903E-F84869825F47}" dt="2025-10-29T12:52:02.560" v="5506" actId="207"/>
          <ac:graphicFrameMkLst>
            <pc:docMk/>
            <pc:sldMk cId="4264035287" sldId="306"/>
            <ac:graphicFrameMk id="3" creationId="{CB8F4F98-CF2C-1F34-2B9F-D78C3F0EC7FF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2:54:46.454" v="5520" actId="122"/>
        <pc:sldMkLst>
          <pc:docMk/>
          <pc:sldMk cId="3122419039" sldId="307"/>
        </pc:sldMkLst>
        <pc:spChg chg="add del mod">
          <ac:chgData name="Sreejith Rajan" userId="ec11bca0e4bee75f" providerId="LiveId" clId="{7B4F392D-EAB3-4CE7-903E-F84869825F47}" dt="2025-10-29T12:53:19.922" v="5508" actId="478"/>
          <ac:spMkLst>
            <pc:docMk/>
            <pc:sldMk cId="3122419039" sldId="307"/>
            <ac:spMk id="4" creationId="{91A78BCC-8CA8-0617-9366-BE5A8D2982A2}"/>
          </ac:spMkLst>
        </pc:spChg>
        <pc:spChg chg="add del mod">
          <ac:chgData name="Sreejith Rajan" userId="ec11bca0e4bee75f" providerId="LiveId" clId="{7B4F392D-EAB3-4CE7-903E-F84869825F47}" dt="2025-10-29T12:53:16.985" v="5507" actId="478"/>
          <ac:spMkLst>
            <pc:docMk/>
            <pc:sldMk cId="3122419039" sldId="307"/>
            <ac:spMk id="6" creationId="{678EFDE3-6B5B-FC9B-F61D-BED436210CCA}"/>
          </ac:spMkLst>
        </pc:spChg>
        <pc:spChg chg="mod">
          <ac:chgData name="Sreejith Rajan" userId="ec11bca0e4bee75f" providerId="LiveId" clId="{7B4F392D-EAB3-4CE7-903E-F84869825F47}" dt="2025-10-29T12:54:23.913" v="5514"/>
          <ac:spMkLst>
            <pc:docMk/>
            <pc:sldMk cId="3122419039" sldId="307"/>
            <ac:spMk id="54" creationId="{F3AF189E-4033-9158-F5CD-9B7898D9D790}"/>
          </ac:spMkLst>
        </pc:spChg>
        <pc:graphicFrameChg chg="add mod modGraphic">
          <ac:chgData name="Sreejith Rajan" userId="ec11bca0e4bee75f" providerId="LiveId" clId="{7B4F392D-EAB3-4CE7-903E-F84869825F47}" dt="2025-10-29T12:54:46.454" v="5520" actId="122"/>
          <ac:graphicFrameMkLst>
            <pc:docMk/>
            <pc:sldMk cId="3122419039" sldId="307"/>
            <ac:graphicFrameMk id="2" creationId="{4640CCDE-E0FA-F326-9D5F-92A6634834A7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2:57:30.974" v="5554"/>
        <pc:sldMkLst>
          <pc:docMk/>
          <pc:sldMk cId="4003320701" sldId="308"/>
        </pc:sldMkLst>
        <pc:spChg chg="mod">
          <ac:chgData name="Sreejith Rajan" userId="ec11bca0e4bee75f" providerId="LiveId" clId="{7B4F392D-EAB3-4CE7-903E-F84869825F47}" dt="2025-10-29T12:56:48.825" v="5545" actId="20577"/>
          <ac:spMkLst>
            <pc:docMk/>
            <pc:sldMk cId="4003320701" sldId="308"/>
            <ac:spMk id="54" creationId="{8061634A-979C-C166-97DF-06E0A8DA822E}"/>
          </ac:spMkLst>
        </pc:spChg>
        <pc:graphicFrameChg chg="add del mod modGraphic">
          <ac:chgData name="Sreejith Rajan" userId="ec11bca0e4bee75f" providerId="LiveId" clId="{7B4F392D-EAB3-4CE7-903E-F84869825F47}" dt="2025-10-29T12:56:32.571" v="5522" actId="478"/>
          <ac:graphicFrameMkLst>
            <pc:docMk/>
            <pc:sldMk cId="4003320701" sldId="308"/>
            <ac:graphicFrameMk id="2" creationId="{D9ECB0A0-8E32-7C48-D529-F928B9052DF5}"/>
          </ac:graphicFrameMkLst>
        </pc:graphicFrameChg>
        <pc:graphicFrameChg chg="add mod modGraphic">
          <ac:chgData name="Sreejith Rajan" userId="ec11bca0e4bee75f" providerId="LiveId" clId="{7B4F392D-EAB3-4CE7-903E-F84869825F47}" dt="2025-10-29T12:57:30.974" v="5554"/>
          <ac:graphicFrameMkLst>
            <pc:docMk/>
            <pc:sldMk cId="4003320701" sldId="308"/>
            <ac:graphicFrameMk id="3" creationId="{5EAB05EB-B720-C6CF-91F6-94EC5ECBF926}"/>
          </ac:graphicFrameMkLst>
        </pc:graphicFrameChg>
        <pc:picChg chg="add del mod modCrop">
          <ac:chgData name="Sreejith Rajan" userId="ec11bca0e4bee75f" providerId="LiveId" clId="{7B4F392D-EAB3-4CE7-903E-F84869825F47}" dt="2025-10-29T12:56:29.176" v="5521" actId="478"/>
          <ac:picMkLst>
            <pc:docMk/>
            <pc:sldMk cId="4003320701" sldId="308"/>
            <ac:picMk id="5" creationId="{52296684-B913-1577-BDE3-62AEF4C039E1}"/>
          </ac:picMkLst>
        </pc:picChg>
      </pc:sldChg>
      <pc:sldChg chg="addSp delSp modSp add mod">
        <pc:chgData name="Sreejith Rajan" userId="ec11bca0e4bee75f" providerId="LiveId" clId="{7B4F392D-EAB3-4CE7-903E-F84869825F47}" dt="2025-10-29T13:00:19.146" v="5566" actId="14734"/>
        <pc:sldMkLst>
          <pc:docMk/>
          <pc:sldMk cId="2237710589" sldId="309"/>
        </pc:sldMkLst>
        <pc:spChg chg="mod">
          <ac:chgData name="Sreejith Rajan" userId="ec11bca0e4bee75f" providerId="LiveId" clId="{7B4F392D-EAB3-4CE7-903E-F84869825F47}" dt="2025-10-29T13:00:00.362" v="5562"/>
          <ac:spMkLst>
            <pc:docMk/>
            <pc:sldMk cId="2237710589" sldId="309"/>
            <ac:spMk id="54" creationId="{97A3ECAF-E25E-6F1B-D904-C1BDEC6254CD}"/>
          </ac:spMkLst>
        </pc:spChg>
        <pc:graphicFrameChg chg="add del mod modGraphic">
          <ac:chgData name="Sreejith Rajan" userId="ec11bca0e4bee75f" providerId="LiveId" clId="{7B4F392D-EAB3-4CE7-903E-F84869825F47}" dt="2025-10-29T12:59:07.158" v="5555" actId="478"/>
          <ac:graphicFrameMkLst>
            <pc:docMk/>
            <pc:sldMk cId="2237710589" sldId="309"/>
            <ac:graphicFrameMk id="2" creationId="{551E3600-1FAF-CBBE-4CE6-2A896DF5E48A}"/>
          </ac:graphicFrameMkLst>
        </pc:graphicFrameChg>
        <pc:graphicFrameChg chg="add mod modGraphic">
          <ac:chgData name="Sreejith Rajan" userId="ec11bca0e4bee75f" providerId="LiveId" clId="{7B4F392D-EAB3-4CE7-903E-F84869825F47}" dt="2025-10-29T13:00:19.146" v="5566" actId="14734"/>
          <ac:graphicFrameMkLst>
            <pc:docMk/>
            <pc:sldMk cId="2237710589" sldId="309"/>
            <ac:graphicFrameMk id="3" creationId="{9E9154A8-BB8D-2F64-73DF-458192CDFB37}"/>
          </ac:graphicFrameMkLst>
        </pc:graphicFrameChg>
        <pc:picChg chg="add del mod modCrop">
          <ac:chgData name="Sreejith Rajan" userId="ec11bca0e4bee75f" providerId="LiveId" clId="{7B4F392D-EAB3-4CE7-903E-F84869825F47}" dt="2025-10-29T12:59:09.225" v="5556" actId="478"/>
          <ac:picMkLst>
            <pc:docMk/>
            <pc:sldMk cId="2237710589" sldId="309"/>
            <ac:picMk id="5" creationId="{5174DE35-6DAA-4FBC-4A33-00BE6DDAA5C5}"/>
          </ac:picMkLst>
        </pc:picChg>
      </pc:sldChg>
      <pc:sldChg chg="addSp delSp modSp add mod ord">
        <pc:chgData name="Sreejith Rajan" userId="ec11bca0e4bee75f" providerId="LiveId" clId="{7B4F392D-EAB3-4CE7-903E-F84869825F47}" dt="2025-10-29T11:26:28.095" v="5344" actId="20577"/>
        <pc:sldMkLst>
          <pc:docMk/>
          <pc:sldMk cId="1438249901" sldId="310"/>
        </pc:sldMkLst>
        <pc:spChg chg="mod">
          <ac:chgData name="Sreejith Rajan" userId="ec11bca0e4bee75f" providerId="LiveId" clId="{7B4F392D-EAB3-4CE7-903E-F84869825F47}" dt="2025-10-29T11:26:28.095" v="5344" actId="20577"/>
          <ac:spMkLst>
            <pc:docMk/>
            <pc:sldMk cId="1438249901" sldId="310"/>
            <ac:spMk id="2" creationId="{0545BD21-A9FB-C87C-6FF7-E8F14B767E28}"/>
          </ac:spMkLst>
        </pc:spChg>
        <pc:spChg chg="mod">
          <ac:chgData name="Sreejith Rajan" userId="ec11bca0e4bee75f" providerId="LiveId" clId="{7B4F392D-EAB3-4CE7-903E-F84869825F47}" dt="2025-10-29T11:25:19.282" v="5340" actId="20577"/>
          <ac:spMkLst>
            <pc:docMk/>
            <pc:sldMk cId="1438249901" sldId="310"/>
            <ac:spMk id="3" creationId="{81FBEAC1-5C44-3BF3-C4C6-F8BD52CC6144}"/>
          </ac:spMkLst>
        </pc:spChg>
      </pc:sldChg>
      <pc:sldChg chg="add del">
        <pc:chgData name="Sreejith Rajan" userId="ec11bca0e4bee75f" providerId="LiveId" clId="{7B4F392D-EAB3-4CE7-903E-F84869825F47}" dt="2025-10-06T12:54:14.233" v="4546" actId="47"/>
        <pc:sldMkLst>
          <pc:docMk/>
          <pc:sldMk cId="4077827766" sldId="310"/>
        </pc:sldMkLst>
      </pc:sldChg>
      <pc:sldChg chg="addSp delSp modSp add del mod">
        <pc:chgData name="Sreejith Rajan" userId="ec11bca0e4bee75f" providerId="LiveId" clId="{7B4F392D-EAB3-4CE7-903E-F84869825F47}" dt="2025-10-08T05:49:18.592" v="4624" actId="47"/>
        <pc:sldMkLst>
          <pc:docMk/>
          <pc:sldMk cId="3564116750" sldId="311"/>
        </pc:sldMkLst>
      </pc:sldChg>
      <pc:sldChg chg="modSp add mod">
        <pc:chgData name="Sreejith Rajan" userId="ec11bca0e4bee75f" providerId="LiveId" clId="{7B4F392D-EAB3-4CE7-903E-F84869825F47}" dt="2025-10-29T14:12:23.990" v="5956" actId="5793"/>
        <pc:sldMkLst>
          <pc:docMk/>
          <pc:sldMk cId="3603331044" sldId="311"/>
        </pc:sldMkLst>
        <pc:spChg chg="mod">
          <ac:chgData name="Sreejith Rajan" userId="ec11bca0e4bee75f" providerId="LiveId" clId="{7B4F392D-EAB3-4CE7-903E-F84869825F47}" dt="2025-10-29T14:12:23.990" v="5956" actId="5793"/>
          <ac:spMkLst>
            <pc:docMk/>
            <pc:sldMk cId="3603331044" sldId="311"/>
            <ac:spMk id="2" creationId="{C406FC51-F050-974A-1895-D0268A085F41}"/>
          </ac:spMkLst>
        </pc:spChg>
        <pc:spChg chg="mod">
          <ac:chgData name="Sreejith Rajan" userId="ec11bca0e4bee75f" providerId="LiveId" clId="{7B4F392D-EAB3-4CE7-903E-F84869825F47}" dt="2025-10-29T11:27:55.559" v="5384" actId="20577"/>
          <ac:spMkLst>
            <pc:docMk/>
            <pc:sldMk cId="3603331044" sldId="311"/>
            <ac:spMk id="3" creationId="{217410D7-D160-3664-1380-6B61F71790CB}"/>
          </ac:spMkLst>
        </pc:spChg>
      </pc:sldChg>
      <pc:sldChg chg="addSp delSp modSp add mod">
        <pc:chgData name="Sreejith Rajan" userId="ec11bca0e4bee75f" providerId="LiveId" clId="{7B4F392D-EAB3-4CE7-903E-F84869825F47}" dt="2025-10-29T11:37:05.767" v="5500" actId="1076"/>
        <pc:sldMkLst>
          <pc:docMk/>
          <pc:sldMk cId="2526330093" sldId="312"/>
        </pc:sldMkLst>
        <pc:spChg chg="add del mod">
          <ac:chgData name="Sreejith Rajan" userId="ec11bca0e4bee75f" providerId="LiveId" clId="{7B4F392D-EAB3-4CE7-903E-F84869825F47}" dt="2025-10-29T11:34:22.994" v="5448" actId="478"/>
          <ac:spMkLst>
            <pc:docMk/>
            <pc:sldMk cId="2526330093" sldId="312"/>
            <ac:spMk id="3" creationId="{0A8319D9-CF43-35F8-D837-BDC1E34E0041}"/>
          </ac:spMkLst>
        </pc:spChg>
        <pc:spChg chg="mod">
          <ac:chgData name="Sreejith Rajan" userId="ec11bca0e4bee75f" providerId="LiveId" clId="{7B4F392D-EAB3-4CE7-903E-F84869825F47}" dt="2025-10-29T11:34:36.041" v="5471" actId="20577"/>
          <ac:spMkLst>
            <pc:docMk/>
            <pc:sldMk cId="2526330093" sldId="312"/>
            <ac:spMk id="54" creationId="{5CB4A251-485A-CFE0-530F-79D171A885F0}"/>
          </ac:spMkLst>
        </pc:spChg>
        <pc:spChg chg="del mod">
          <ac:chgData name="Sreejith Rajan" userId="ec11bca0e4bee75f" providerId="LiveId" clId="{7B4F392D-EAB3-4CE7-903E-F84869825F47}" dt="2025-10-29T11:34:19.305" v="5447" actId="478"/>
          <ac:spMkLst>
            <pc:docMk/>
            <pc:sldMk cId="2526330093" sldId="312"/>
            <ac:spMk id="55" creationId="{3D6DFE11-B395-1EA2-3A6E-04D6CAFA4D26}"/>
          </ac:spMkLst>
        </pc:spChg>
        <pc:graphicFrameChg chg="add mod modGraphic">
          <ac:chgData name="Sreejith Rajan" userId="ec11bca0e4bee75f" providerId="LiveId" clId="{7B4F392D-EAB3-4CE7-903E-F84869825F47}" dt="2025-10-29T11:36:50.277" v="5497" actId="14734"/>
          <ac:graphicFrameMkLst>
            <pc:docMk/>
            <pc:sldMk cId="2526330093" sldId="312"/>
            <ac:graphicFrameMk id="4" creationId="{30CC5DA7-EF6F-3A79-9FE9-98D9C7B09206}"/>
          </ac:graphicFrameMkLst>
        </pc:graphicFrameChg>
        <pc:picChg chg="add mod">
          <ac:chgData name="Sreejith Rajan" userId="ec11bca0e4bee75f" providerId="LiveId" clId="{7B4F392D-EAB3-4CE7-903E-F84869825F47}" dt="2025-10-29T11:37:05.767" v="5500" actId="1076"/>
          <ac:picMkLst>
            <pc:docMk/>
            <pc:sldMk cId="2526330093" sldId="312"/>
            <ac:picMk id="6" creationId="{3064A958-6FD4-44B3-F920-42A94B51C903}"/>
          </ac:picMkLst>
        </pc:picChg>
      </pc:sldChg>
      <pc:sldChg chg="addSp delSp modSp new mod">
        <pc:chgData name="Sreejith Rajan" userId="ec11bca0e4bee75f" providerId="LiveId" clId="{7B4F392D-EAB3-4CE7-903E-F84869825F47}" dt="2025-10-29T13:07:54.265" v="5687" actId="14734"/>
        <pc:sldMkLst>
          <pc:docMk/>
          <pc:sldMk cId="2855112447" sldId="313"/>
        </pc:sldMkLst>
        <pc:spChg chg="mod">
          <ac:chgData name="Sreejith Rajan" userId="ec11bca0e4bee75f" providerId="LiveId" clId="{7B4F392D-EAB3-4CE7-903E-F84869825F47}" dt="2025-10-29T13:07:48.024" v="5686" actId="20577"/>
          <ac:spMkLst>
            <pc:docMk/>
            <pc:sldMk cId="2855112447" sldId="313"/>
            <ac:spMk id="3" creationId="{8FEA6191-CF3F-E334-EAE0-F39E153FF31A}"/>
          </ac:spMkLst>
        </pc:spChg>
        <pc:graphicFrameChg chg="add mod modGraphic">
          <ac:chgData name="Sreejith Rajan" userId="ec11bca0e4bee75f" providerId="LiveId" clId="{7B4F392D-EAB3-4CE7-903E-F84869825F47}" dt="2025-10-29T13:07:54.265" v="5687" actId="14734"/>
          <ac:graphicFrameMkLst>
            <pc:docMk/>
            <pc:sldMk cId="2855112447" sldId="313"/>
            <ac:graphicFrameMk id="2" creationId="{63394CF8-F1D5-39BD-AC9E-1D3DFC783DAB}"/>
          </ac:graphicFrameMkLst>
        </pc:graphicFrameChg>
        <pc:graphicFrameChg chg="add del mod modGraphic">
          <ac:chgData name="Sreejith Rajan" userId="ec11bca0e4bee75f" providerId="LiveId" clId="{7B4F392D-EAB3-4CE7-903E-F84869825F47}" dt="2025-10-29T13:05:56.902" v="5615" actId="478"/>
          <ac:graphicFrameMkLst>
            <pc:docMk/>
            <pc:sldMk cId="2855112447" sldId="313"/>
            <ac:graphicFrameMk id="4" creationId="{9C4FB3FD-2104-5D17-2624-FAC359784385}"/>
          </ac:graphicFrameMkLst>
        </pc:graphicFrameChg>
        <pc:picChg chg="add del mod modCrop">
          <ac:chgData name="Sreejith Rajan" userId="ec11bca0e4bee75f" providerId="LiveId" clId="{7B4F392D-EAB3-4CE7-903E-F84869825F47}" dt="2025-10-29T13:05:53.468" v="5614" actId="478"/>
          <ac:picMkLst>
            <pc:docMk/>
            <pc:sldMk cId="2855112447" sldId="313"/>
            <ac:picMk id="6" creationId="{17A0D31E-E12B-586E-7477-AB4BA92C112D}"/>
          </ac:picMkLst>
        </pc:picChg>
      </pc:sldChg>
      <pc:sldChg chg="addSp delSp modSp add mod">
        <pc:chgData name="Sreejith Rajan" userId="ec11bca0e4bee75f" providerId="LiveId" clId="{7B4F392D-EAB3-4CE7-903E-F84869825F47}" dt="2025-10-29T13:10:05.385" v="5750" actId="1076"/>
        <pc:sldMkLst>
          <pc:docMk/>
          <pc:sldMk cId="482960161" sldId="314"/>
        </pc:sldMkLst>
        <pc:spChg chg="add mod">
          <ac:chgData name="Sreejith Rajan" userId="ec11bca0e4bee75f" providerId="LiveId" clId="{7B4F392D-EAB3-4CE7-903E-F84869825F47}" dt="2025-10-29T13:10:05.385" v="5750" actId="1076"/>
          <ac:spMkLst>
            <pc:docMk/>
            <pc:sldMk cId="482960161" sldId="314"/>
            <ac:spMk id="2" creationId="{9825318B-F3A1-989D-E47B-AD540653FA16}"/>
          </ac:spMkLst>
        </pc:spChg>
        <pc:spChg chg="mod">
          <ac:chgData name="Sreejith Rajan" userId="ec11bca0e4bee75f" providerId="LiveId" clId="{7B4F392D-EAB3-4CE7-903E-F84869825F47}" dt="2025-10-29T13:08:57.722" v="5717" actId="20577"/>
          <ac:spMkLst>
            <pc:docMk/>
            <pc:sldMk cId="482960161" sldId="314"/>
            <ac:spMk id="3" creationId="{A4C0EC8C-FFFA-39B0-4E3A-CE5945EE46C6}"/>
          </ac:spMkLst>
        </pc:spChg>
        <pc:spChg chg="add">
          <ac:chgData name="Sreejith Rajan" userId="ec11bca0e4bee75f" providerId="LiveId" clId="{7B4F392D-EAB3-4CE7-903E-F84869825F47}" dt="2025-10-29T13:09:07.867" v="5734"/>
          <ac:spMkLst>
            <pc:docMk/>
            <pc:sldMk cId="482960161" sldId="314"/>
            <ac:spMk id="4" creationId="{4DC46277-4B30-B279-504B-47E4BC73A2C4}"/>
          </ac:spMkLst>
        </pc:spChg>
      </pc:sldChg>
      <pc:sldChg chg="addSp delSp modSp add del mod">
        <pc:chgData name="Sreejith Rajan" userId="ec11bca0e4bee75f" providerId="LiveId" clId="{7B4F392D-EAB3-4CE7-903E-F84869825F47}" dt="2025-10-17T12:06:56.243" v="5160" actId="47"/>
        <pc:sldMkLst>
          <pc:docMk/>
          <pc:sldMk cId="2989276729" sldId="314"/>
        </pc:sldMkLst>
      </pc:sldChg>
      <pc:sldChg chg="addSp delSp modSp add mod ord">
        <pc:chgData name="Sreejith Rajan" userId="ec11bca0e4bee75f" providerId="LiveId" clId="{7B4F392D-EAB3-4CE7-903E-F84869825F47}" dt="2025-10-29T13:13:01.085" v="5823" actId="1076"/>
        <pc:sldMkLst>
          <pc:docMk/>
          <pc:sldMk cId="3576069684" sldId="315"/>
        </pc:sldMkLst>
        <pc:spChg chg="mod">
          <ac:chgData name="Sreejith Rajan" userId="ec11bca0e4bee75f" providerId="LiveId" clId="{7B4F392D-EAB3-4CE7-903E-F84869825F47}" dt="2025-10-29T13:11:22.167" v="5813" actId="20577"/>
          <ac:spMkLst>
            <pc:docMk/>
            <pc:sldMk cId="3576069684" sldId="315"/>
            <ac:spMk id="3" creationId="{C04A43E1-D743-7709-ACBE-CF335F952A2E}"/>
          </ac:spMkLst>
        </pc:spChg>
        <pc:graphicFrameChg chg="del">
          <ac:chgData name="Sreejith Rajan" userId="ec11bca0e4bee75f" providerId="LiveId" clId="{7B4F392D-EAB3-4CE7-903E-F84869825F47}" dt="2025-10-29T13:11:29.180" v="5814" actId="478"/>
          <ac:graphicFrameMkLst>
            <pc:docMk/>
            <pc:sldMk cId="3576069684" sldId="315"/>
            <ac:graphicFrameMk id="2" creationId="{9B2B59BC-D660-16C0-F65D-2BD1BB07A5F2}"/>
          </ac:graphicFrameMkLst>
        </pc:graphicFrameChg>
        <pc:graphicFrameChg chg="add mod modGraphic">
          <ac:chgData name="Sreejith Rajan" userId="ec11bca0e4bee75f" providerId="LiveId" clId="{7B4F392D-EAB3-4CE7-903E-F84869825F47}" dt="2025-10-29T13:13:01.085" v="5823" actId="1076"/>
          <ac:graphicFrameMkLst>
            <pc:docMk/>
            <pc:sldMk cId="3576069684" sldId="315"/>
            <ac:graphicFrameMk id="4" creationId="{DB9C588B-5DAE-2205-0138-400F0305B283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3:14:55.083" v="5842" actId="1076"/>
        <pc:sldMkLst>
          <pc:docMk/>
          <pc:sldMk cId="886336731" sldId="316"/>
        </pc:sldMkLst>
        <pc:spChg chg="mod">
          <ac:chgData name="Sreejith Rajan" userId="ec11bca0e4bee75f" providerId="LiveId" clId="{7B4F392D-EAB3-4CE7-903E-F84869825F47}" dt="2025-10-29T13:14:08.617" v="5835" actId="20577"/>
          <ac:spMkLst>
            <pc:docMk/>
            <pc:sldMk cId="886336731" sldId="316"/>
            <ac:spMk id="3" creationId="{301C0D8B-821E-AF6B-FC89-97C09164208D}"/>
          </ac:spMkLst>
        </pc:spChg>
        <pc:spChg chg="add mod">
          <ac:chgData name="Sreejith Rajan" userId="ec11bca0e4bee75f" providerId="LiveId" clId="{7B4F392D-EAB3-4CE7-903E-F84869825F47}" dt="2025-10-29T13:14:55.083" v="5842" actId="1076"/>
          <ac:spMkLst>
            <pc:docMk/>
            <pc:sldMk cId="886336731" sldId="316"/>
            <ac:spMk id="5" creationId="{18B0536E-E158-B18E-4958-2AB36CB4F49F}"/>
          </ac:spMkLst>
        </pc:spChg>
        <pc:graphicFrameChg chg="del">
          <ac:chgData name="Sreejith Rajan" userId="ec11bca0e4bee75f" providerId="LiveId" clId="{7B4F392D-EAB3-4CE7-903E-F84869825F47}" dt="2025-10-29T13:14:15.447" v="5836" actId="478"/>
          <ac:graphicFrameMkLst>
            <pc:docMk/>
            <pc:sldMk cId="886336731" sldId="316"/>
            <ac:graphicFrameMk id="4" creationId="{07D86C0D-7EF5-06B2-80C6-0DB92AA9FD77}"/>
          </ac:graphicFrameMkLst>
        </pc:graphicFrameChg>
      </pc:sldChg>
      <pc:sldChg chg="modSp add mod">
        <pc:chgData name="Sreejith Rajan" userId="ec11bca0e4bee75f" providerId="LiveId" clId="{7B4F392D-EAB3-4CE7-903E-F84869825F47}" dt="2025-10-29T13:19:08.206" v="5920" actId="20577"/>
        <pc:sldMkLst>
          <pc:docMk/>
          <pc:sldMk cId="3255718006" sldId="317"/>
        </pc:sldMkLst>
        <pc:spChg chg="mod">
          <ac:chgData name="Sreejith Rajan" userId="ec11bca0e4bee75f" providerId="LiveId" clId="{7B4F392D-EAB3-4CE7-903E-F84869825F47}" dt="2025-10-29T13:16:52.557" v="5885"/>
          <ac:spMkLst>
            <pc:docMk/>
            <pc:sldMk cId="3255718006" sldId="317"/>
            <ac:spMk id="3" creationId="{FEA40EBE-ADB7-87C4-E9C1-F109421C48D2}"/>
          </ac:spMkLst>
        </pc:spChg>
        <pc:spChg chg="mod">
          <ac:chgData name="Sreejith Rajan" userId="ec11bca0e4bee75f" providerId="LiveId" clId="{7B4F392D-EAB3-4CE7-903E-F84869825F47}" dt="2025-10-29T13:19:08.206" v="5920" actId="20577"/>
          <ac:spMkLst>
            <pc:docMk/>
            <pc:sldMk cId="3255718006" sldId="317"/>
            <ac:spMk id="5" creationId="{3AC96EA8-E91A-4FEE-1504-AD26F6E47D41}"/>
          </ac:spMkLst>
        </pc:spChg>
      </pc:sldChg>
      <pc:sldChg chg="modSp add mod">
        <pc:chgData name="Sreejith Rajan" userId="ec11bca0e4bee75f" providerId="LiveId" clId="{7B4F392D-EAB3-4CE7-903E-F84869825F47}" dt="2025-10-29T13:21:24.123" v="5955" actId="20577"/>
        <pc:sldMkLst>
          <pc:docMk/>
          <pc:sldMk cId="3447332204" sldId="318"/>
        </pc:sldMkLst>
        <pc:spChg chg="mod">
          <ac:chgData name="Sreejith Rajan" userId="ec11bca0e4bee75f" providerId="LiveId" clId="{7B4F392D-EAB3-4CE7-903E-F84869825F47}" dt="2025-10-29T13:20:03.754" v="5928" actId="20577"/>
          <ac:spMkLst>
            <pc:docMk/>
            <pc:sldMk cId="3447332204" sldId="318"/>
            <ac:spMk id="3" creationId="{B0C7D002-51AD-EE22-8109-426C9F048F7B}"/>
          </ac:spMkLst>
        </pc:spChg>
        <pc:spChg chg="mod">
          <ac:chgData name="Sreejith Rajan" userId="ec11bca0e4bee75f" providerId="LiveId" clId="{7B4F392D-EAB3-4CE7-903E-F84869825F47}" dt="2025-10-29T13:21:24.123" v="5955" actId="20577"/>
          <ac:spMkLst>
            <pc:docMk/>
            <pc:sldMk cId="3447332204" sldId="318"/>
            <ac:spMk id="5" creationId="{04E8FACD-62A8-FE1D-F3A6-7AA8850701DB}"/>
          </ac:spMkLst>
        </pc:spChg>
      </pc:sldChg>
      <pc:sldMasterChg chg="delSldLayout">
        <pc:chgData name="Sreejith Rajan" userId="ec11bca0e4bee75f" providerId="LiveId" clId="{7B4F392D-EAB3-4CE7-903E-F84869825F47}" dt="2025-09-26T13:36:35.786" v="1820" actId="47"/>
        <pc:sldMasterMkLst>
          <pc:docMk/>
          <pc:sldMasterMk cId="0" sldId="2147483654"/>
        </pc:sldMasterMkLst>
        <pc:sldLayoutChg chg="del">
          <pc:chgData name="Sreejith Rajan" userId="ec11bca0e4bee75f" providerId="LiveId" clId="{7B4F392D-EAB3-4CE7-903E-F84869825F47}" dt="2025-09-26T13:36:35.786" v="1820" actId="47"/>
          <pc:sldLayoutMkLst>
            <pc:docMk/>
            <pc:sldMasterMk cId="0" sldId="2147483654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3CC0674-90B6-EAEB-6338-ED422B19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355D79EB-42FF-85CA-8FFC-F2A42F043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4340FE91-4FAE-F81E-4431-09BEF7A1A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29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E601F7B-2037-198D-C0BC-12CFD54A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B3CA5C5-6EE8-F0B6-6967-22DAB7E74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246D1FD9-DAA5-4A9F-0B37-C67F1F0E7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172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DF43134-B624-B10D-6AD2-D3CBB0C3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AB7200D-362D-620D-E5FF-605BD841B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DC573112-6607-FC33-8FB6-FC8650B0D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0621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4F8BA1B-C4F8-641D-D8C0-32CFA5F1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901962AB-FC3F-8EFF-73A3-23DDCED1E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7BD23833-829A-A031-168D-8403DE7E58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189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FEFF198-84FC-6AA3-06AF-495AD4F50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0EF3E80F-4324-2100-AF37-0795EA8D7A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C5C7B9DD-B8ED-7B79-D60F-8F4B9EF76C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241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A3C102B-E2EC-AEEF-09C3-D658D547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E381116E-61D6-0E72-B412-2FD6083201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A227C68-5B89-9262-979D-B40687183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146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US" dirty="0"/>
              <a:t>Serial Peripheral Interface - SPI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EF7B-3539-1FE9-1049-2A86692B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45BD21-A9FB-C87C-6FF7-E8F14B767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r>
              <a:rPr lang="en-US" dirty="0"/>
              <a:t>SPI (Serial Peripheral Interface) is a synchronous serial communication protocol used to connect a microcontroller (Master) with one or more peripheral devices (Slaves) such as sensors, displays, and memory chips.</a:t>
            </a:r>
          </a:p>
          <a:p>
            <a:endParaRPr lang="en-US" dirty="0"/>
          </a:p>
          <a:p>
            <a:r>
              <a:rPr lang="en-US" dirty="0"/>
              <a:t>It was developed by Motorola and is widely used in embedded systems because it is fast, simple, and full-duplex (data can be sent and received at the same time).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BEAC1-5C44-3BF3-C4C6-F8BD52CC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24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8BFC-3D85-9D35-CEFB-1D6D6421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06FC51-F050-974A-1895-D0268A085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Common peripherals that use SPI:</a:t>
            </a:r>
          </a:p>
          <a:p>
            <a:r>
              <a:rPr lang="en-US" b="1" dirty="0"/>
              <a:t>OLED and TFT displays</a:t>
            </a:r>
          </a:p>
          <a:p>
            <a:r>
              <a:rPr lang="en-US" b="1" dirty="0"/>
              <a:t>Temperature and pressure sensors (BMP280, MAX6675, etc.)</a:t>
            </a:r>
          </a:p>
          <a:p>
            <a:r>
              <a:rPr lang="en-US" b="1" dirty="0"/>
              <a:t>Memory chips (EEPROM, Flash)</a:t>
            </a:r>
          </a:p>
          <a:p>
            <a:r>
              <a:rPr lang="en-US" b="1" dirty="0"/>
              <a:t>ADC and DAC </a:t>
            </a:r>
            <a:r>
              <a:rPr lang="en-US" b="1" dirty="0" err="1"/>
              <a:t>Ics</a:t>
            </a:r>
            <a:endParaRPr lang="en-US" b="1" dirty="0"/>
          </a:p>
          <a:p>
            <a:r>
              <a:rPr lang="en-US" b="1" dirty="0"/>
              <a:t>SD cards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7410D7-D160-3664-1380-6B61F717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SPI – Common Usage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33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DD38584-9F2E-A179-FCB7-9F46BA70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C4CE2FAD-1A13-21FB-4CDB-D7E0702E4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215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SPI Protocol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9D143-8BAE-94DC-08F8-20BCB21DAA64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D84034-717D-246D-A3B2-286DA116F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40110"/>
              </p:ext>
            </p:extLst>
          </p:nvPr>
        </p:nvGraphicFramePr>
        <p:xfrm>
          <a:off x="2821099" y="2571750"/>
          <a:ext cx="5905500" cy="2377440"/>
        </p:xfrm>
        <a:graphic>
          <a:graphicData uri="http://schemas.openxmlformats.org/drawingml/2006/table">
            <a:tbl>
              <a:tblPr/>
              <a:tblGrid>
                <a:gridCol w="1055442">
                  <a:extLst>
                    <a:ext uri="{9D8B030D-6E8A-4147-A177-3AD203B41FA5}">
                      <a16:colId xmlns:a16="http://schemas.microsoft.com/office/drawing/2014/main" val="826328828"/>
                    </a:ext>
                  </a:extLst>
                </a:gridCol>
                <a:gridCol w="1931831">
                  <a:extLst>
                    <a:ext uri="{9D8B030D-6E8A-4147-A177-3AD203B41FA5}">
                      <a16:colId xmlns:a16="http://schemas.microsoft.com/office/drawing/2014/main" val="882480807"/>
                    </a:ext>
                  </a:extLst>
                </a:gridCol>
                <a:gridCol w="2918227">
                  <a:extLst>
                    <a:ext uri="{9D8B030D-6E8A-4147-A177-3AD203B41FA5}">
                      <a16:colId xmlns:a16="http://schemas.microsoft.com/office/drawing/2014/main" val="3985031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471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MOSI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→ Slave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Master Out, Slave In (data from master to slave)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35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MISO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Slave → 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Master In, Slave Out (data from slave to master)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293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→ Slave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Serial Clock (generated by master)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496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SS (CS)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→ Slave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Slave Select (active LOW, selects the slave)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23110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4291BEC-C4B2-F2AF-1876-D70643036D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03" t="15649" r="11867" b="13991"/>
          <a:stretch>
            <a:fillRect/>
          </a:stretch>
        </p:blipFill>
        <p:spPr>
          <a:xfrm>
            <a:off x="5194588" y="339225"/>
            <a:ext cx="3460016" cy="223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9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3B23579-1A5C-1111-AE20-B03DD460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5CB4A251-485A-CFE0-530F-79D171A885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6696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ATMEGA 328 Pin mapping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CC5DA7-EF6F-3A79-9FE9-98D9C7B09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639194"/>
              </p:ext>
            </p:extLst>
          </p:nvPr>
        </p:nvGraphicFramePr>
        <p:xfrm>
          <a:off x="2698250" y="1268569"/>
          <a:ext cx="3303306" cy="2383896"/>
        </p:xfrm>
        <a:graphic>
          <a:graphicData uri="http://schemas.openxmlformats.org/drawingml/2006/table">
            <a:tbl>
              <a:tblPr/>
              <a:tblGrid>
                <a:gridCol w="927153">
                  <a:extLst>
                    <a:ext uri="{9D8B030D-6E8A-4147-A177-3AD203B41FA5}">
                      <a16:colId xmlns:a16="http://schemas.microsoft.com/office/drawing/2014/main" val="672989552"/>
                    </a:ext>
                  </a:extLst>
                </a:gridCol>
                <a:gridCol w="759853">
                  <a:extLst>
                    <a:ext uri="{9D8B030D-6E8A-4147-A177-3AD203B41FA5}">
                      <a16:colId xmlns:a16="http://schemas.microsoft.com/office/drawing/2014/main" val="3546582711"/>
                    </a:ext>
                  </a:extLst>
                </a:gridCol>
                <a:gridCol w="1616300">
                  <a:extLst>
                    <a:ext uri="{9D8B030D-6E8A-4147-A177-3AD203B41FA5}">
                      <a16:colId xmlns:a16="http://schemas.microsoft.com/office/drawing/2014/main" val="3528594670"/>
                    </a:ext>
                  </a:extLst>
                </a:gridCol>
              </a:tblGrid>
              <a:tr h="472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SPI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AVR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Arduino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781269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458997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573459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029800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40707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064A958-6FD4-44B3-F920-42A94B51C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000" y="1268569"/>
            <a:ext cx="3323937" cy="238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30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1852B3E-757A-5C62-1EC1-A73D50DEB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02F49DB7-EDC5-358E-8CD6-35569CA25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7279" y="161273"/>
            <a:ext cx="5905500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Useful Registers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2F68A-D3F9-08CD-566F-B67C4DB6E8E1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8F4F98-CF2C-1F34-2B9F-D78C3F0EC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625192"/>
              </p:ext>
            </p:extLst>
          </p:nvPr>
        </p:nvGraphicFramePr>
        <p:xfrm>
          <a:off x="2776023" y="1061501"/>
          <a:ext cx="5905500" cy="2072640"/>
        </p:xfrm>
        <a:graphic>
          <a:graphicData uri="http://schemas.openxmlformats.org/drawingml/2006/table">
            <a:tbl>
              <a:tblPr/>
              <a:tblGrid>
                <a:gridCol w="1968500">
                  <a:extLst>
                    <a:ext uri="{9D8B030D-6E8A-4147-A177-3AD203B41FA5}">
                      <a16:colId xmlns:a16="http://schemas.microsoft.com/office/drawing/2014/main" val="3019065683"/>
                    </a:ext>
                  </a:extLst>
                </a:gridCol>
                <a:gridCol w="1411578">
                  <a:extLst>
                    <a:ext uri="{9D8B030D-6E8A-4147-A177-3AD203B41FA5}">
                      <a16:colId xmlns:a16="http://schemas.microsoft.com/office/drawing/2014/main" val="3742614292"/>
                    </a:ext>
                  </a:extLst>
                </a:gridCol>
                <a:gridCol w="2525422">
                  <a:extLst>
                    <a:ext uri="{9D8B030D-6E8A-4147-A177-3AD203B41FA5}">
                      <a16:colId xmlns:a16="http://schemas.microsoft.com/office/drawing/2014/main" val="3790412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Register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220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SPCR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0x2C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SPI Control Register — used to configure SPI mode and enable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100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SPSR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SPI Status Register — shows SPI transfer status and flags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787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SPDR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0x2E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SPI Data Register — holds data to transmit or receive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566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03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F72FC09-A613-DAE7-4D34-BDA015B28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F3AF189E-4033-9158-F5CD-9B7898D9D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7279" y="161273"/>
            <a:ext cx="5905500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600" dirty="0"/>
              <a:t>SPCR – SPI Control Register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6E223-7D9A-6A78-3F54-5726BFE3D912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40CCDE-E0FA-F326-9D5F-92A663483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82311"/>
              </p:ext>
            </p:extLst>
          </p:nvPr>
        </p:nvGraphicFramePr>
        <p:xfrm>
          <a:off x="2987901" y="1115912"/>
          <a:ext cx="5644878" cy="3421338"/>
        </p:xfrm>
        <a:graphic>
          <a:graphicData uri="http://schemas.openxmlformats.org/drawingml/2006/table">
            <a:tbl>
              <a:tblPr/>
              <a:tblGrid>
                <a:gridCol w="772732">
                  <a:extLst>
                    <a:ext uri="{9D8B030D-6E8A-4147-A177-3AD203B41FA5}">
                      <a16:colId xmlns:a16="http://schemas.microsoft.com/office/drawing/2014/main" val="1667588563"/>
                    </a:ext>
                  </a:extLst>
                </a:gridCol>
                <a:gridCol w="1276529">
                  <a:extLst>
                    <a:ext uri="{9D8B030D-6E8A-4147-A177-3AD203B41FA5}">
                      <a16:colId xmlns:a16="http://schemas.microsoft.com/office/drawing/2014/main" val="2083825546"/>
                    </a:ext>
                  </a:extLst>
                </a:gridCol>
                <a:gridCol w="3595617">
                  <a:extLst>
                    <a:ext uri="{9D8B030D-6E8A-4147-A177-3AD203B41FA5}">
                      <a16:colId xmlns:a16="http://schemas.microsoft.com/office/drawing/2014/main" val="2839824892"/>
                    </a:ext>
                  </a:extLst>
                </a:gridCol>
              </a:tblGrid>
              <a:tr h="1887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>
                          <a:solidFill>
                            <a:schemeClr val="accent1"/>
                          </a:solidFill>
                        </a:rPr>
                        <a:t>Name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52197"/>
                  </a:ext>
                </a:extLst>
              </a:tr>
              <a:tr h="45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7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SPIE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SPI Interrupt Enable (1 = enable interrupt on transfer complete)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399466"/>
                  </a:ext>
                </a:extLst>
              </a:tr>
              <a:tr h="45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6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SPE</a:t>
                      </a:r>
                      <a:endParaRPr lang="en-IN" sz="90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SPI Enable (1 = enables SPI peripheral)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212877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5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DORD</a:t>
                      </a:r>
                      <a:endParaRPr lang="en-IN" sz="90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Data Order (0 = MSB first, 1 = LSB first)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357795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4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MSTR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Master/Slave Select (1 = Master mode)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236012"/>
                  </a:ext>
                </a:extLst>
              </a:tr>
              <a:tr h="45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CPOL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Clock Polarity (0 = SCK idle low, 1 = SCK idle high)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387484"/>
                  </a:ext>
                </a:extLst>
              </a:tr>
              <a:tr h="585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CPHA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Clock Phase (0 = sample on leading edge, 1 = sample on trailing edge)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457483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SPR1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SPI Clock Rate Select bit 1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628453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0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SPR0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SPI Clock Rate Select bit 0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106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419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FF7EA70-45B0-7923-D8A0-1B46348A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8061634A-979C-C166-97DF-06E0A8DA8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3122" y="161273"/>
            <a:ext cx="6800044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dirty="0"/>
              <a:t>SPI Clock rate Table</a:t>
            </a:r>
            <a:endParaRPr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08CA9-762E-FB38-A50B-1A30523E9086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AB05EB-B720-C6CF-91F6-94EC5ECBF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351289"/>
              </p:ext>
            </p:extLst>
          </p:nvPr>
        </p:nvGraphicFramePr>
        <p:xfrm>
          <a:off x="2698750" y="1304608"/>
          <a:ext cx="5905500" cy="2743200"/>
        </p:xfrm>
        <a:graphic>
          <a:graphicData uri="http://schemas.openxmlformats.org/drawingml/2006/table">
            <a:tbl>
              <a:tblPr/>
              <a:tblGrid>
                <a:gridCol w="926653">
                  <a:extLst>
                    <a:ext uri="{9D8B030D-6E8A-4147-A177-3AD203B41FA5}">
                      <a16:colId xmlns:a16="http://schemas.microsoft.com/office/drawing/2014/main" val="1238675860"/>
                    </a:ext>
                  </a:extLst>
                </a:gridCol>
                <a:gridCol w="1339403">
                  <a:extLst>
                    <a:ext uri="{9D8B030D-6E8A-4147-A177-3AD203B41FA5}">
                      <a16:colId xmlns:a16="http://schemas.microsoft.com/office/drawing/2014/main" val="1942840972"/>
                    </a:ext>
                  </a:extLst>
                </a:gridCol>
                <a:gridCol w="1674253">
                  <a:extLst>
                    <a:ext uri="{9D8B030D-6E8A-4147-A177-3AD203B41FA5}">
                      <a16:colId xmlns:a16="http://schemas.microsoft.com/office/drawing/2014/main" val="258335260"/>
                    </a:ext>
                  </a:extLst>
                </a:gridCol>
                <a:gridCol w="1965191">
                  <a:extLst>
                    <a:ext uri="{9D8B030D-6E8A-4147-A177-3AD203B41FA5}">
                      <a16:colId xmlns:a16="http://schemas.microsoft.com/office/drawing/2014/main" val="2777075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SPR0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SPI2X (in SPSR)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SCK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52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fosc</a:t>
                      </a:r>
                      <a:r>
                        <a:rPr lang="en-IN" dirty="0"/>
                        <a:t> /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295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42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382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54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389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fosc</a:t>
                      </a:r>
                      <a:r>
                        <a:rPr lang="en-IN" dirty="0"/>
                        <a:t> / 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596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424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fosc</a:t>
                      </a:r>
                      <a:r>
                        <a:rPr lang="en-IN" dirty="0"/>
                        <a:t> / 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594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320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B2B5F99-FD61-6731-22E5-CCBE3B99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97A3ECAF-E25E-6F1B-D904-C1BDEC625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1369" y="180592"/>
            <a:ext cx="6313690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2400" dirty="0"/>
              <a:t>SPSR – SPI Status Register</a:t>
            </a:r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2F147-3A53-52E6-0808-F11E0FD1540E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9154A8-BB8D-2F64-73DF-458192CDF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911100"/>
              </p:ext>
            </p:extLst>
          </p:nvPr>
        </p:nvGraphicFramePr>
        <p:xfrm>
          <a:off x="2698750" y="1380808"/>
          <a:ext cx="5905500" cy="1950720"/>
        </p:xfrm>
        <a:graphic>
          <a:graphicData uri="http://schemas.openxmlformats.org/drawingml/2006/table">
            <a:tbl>
              <a:tblPr/>
              <a:tblGrid>
                <a:gridCol w="1049002">
                  <a:extLst>
                    <a:ext uri="{9D8B030D-6E8A-4147-A177-3AD203B41FA5}">
                      <a16:colId xmlns:a16="http://schemas.microsoft.com/office/drawing/2014/main" val="852539195"/>
                    </a:ext>
                  </a:extLst>
                </a:gridCol>
                <a:gridCol w="1339403">
                  <a:extLst>
                    <a:ext uri="{9D8B030D-6E8A-4147-A177-3AD203B41FA5}">
                      <a16:colId xmlns:a16="http://schemas.microsoft.com/office/drawing/2014/main" val="623097337"/>
                    </a:ext>
                  </a:extLst>
                </a:gridCol>
                <a:gridCol w="3517095">
                  <a:extLst>
                    <a:ext uri="{9D8B030D-6E8A-4147-A177-3AD203B41FA5}">
                      <a16:colId xmlns:a16="http://schemas.microsoft.com/office/drawing/2014/main" val="29388810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880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SPIF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SPI Interrupt Flag (set when transfer complete)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325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WCOL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Write Collision Flag (set if SPDR written before previous transfer ended)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051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5–1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722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SPI2X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Double SPI Speed Bit (1 = double speed)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115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710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EA6191-CF3F-E334-EAE0-F39E153F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/>
          </a:bodyPr>
          <a:lstStyle/>
          <a:p>
            <a:r>
              <a:rPr lang="en-US" dirty="0"/>
              <a:t>Steps to configure SPI in </a:t>
            </a:r>
            <a:r>
              <a:rPr lang="en-US" dirty="0" err="1"/>
              <a:t>ATMega</a:t>
            </a:r>
            <a:r>
              <a:rPr lang="en-US" dirty="0"/>
              <a:t> 328 (Master) – Step1: Understand the pins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394CF8-F1D5-39BD-AC9E-1D3DFC783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482437"/>
              </p:ext>
            </p:extLst>
          </p:nvPr>
        </p:nvGraphicFramePr>
        <p:xfrm>
          <a:off x="2762644" y="1791267"/>
          <a:ext cx="5905500" cy="2377440"/>
        </p:xfrm>
        <a:graphic>
          <a:graphicData uri="http://schemas.openxmlformats.org/drawingml/2006/table">
            <a:tbl>
              <a:tblPr/>
              <a:tblGrid>
                <a:gridCol w="952911">
                  <a:extLst>
                    <a:ext uri="{9D8B030D-6E8A-4147-A177-3AD203B41FA5}">
                      <a16:colId xmlns:a16="http://schemas.microsoft.com/office/drawing/2014/main" val="2636900449"/>
                    </a:ext>
                  </a:extLst>
                </a:gridCol>
                <a:gridCol w="1107583">
                  <a:extLst>
                    <a:ext uri="{9D8B030D-6E8A-4147-A177-3AD203B41FA5}">
                      <a16:colId xmlns:a16="http://schemas.microsoft.com/office/drawing/2014/main" val="3977018926"/>
                    </a:ext>
                  </a:extLst>
                </a:gridCol>
                <a:gridCol w="1146220">
                  <a:extLst>
                    <a:ext uri="{9D8B030D-6E8A-4147-A177-3AD203B41FA5}">
                      <a16:colId xmlns:a16="http://schemas.microsoft.com/office/drawing/2014/main" val="1519843760"/>
                    </a:ext>
                  </a:extLst>
                </a:gridCol>
                <a:gridCol w="1114022">
                  <a:extLst>
                    <a:ext uri="{9D8B030D-6E8A-4147-A177-3AD203B41FA5}">
                      <a16:colId xmlns:a16="http://schemas.microsoft.com/office/drawing/2014/main" val="3795396706"/>
                    </a:ext>
                  </a:extLst>
                </a:gridCol>
                <a:gridCol w="1584764">
                  <a:extLst>
                    <a:ext uri="{9D8B030D-6E8A-4147-A177-3AD203B41FA5}">
                      <a16:colId xmlns:a16="http://schemas.microsoft.com/office/drawing/2014/main" val="21728733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Signal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AVR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Arduino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Direction (Master)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33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MOSI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Out Slave 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267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MISO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In Slave 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325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Serial Clock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601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Slave Select (active low)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486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11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50C-A8BA-C7DC-BC72-D41DA797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C0EC8C-FFFA-39B0-4E3A-CE5945EE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231872"/>
            <a:ext cx="59055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Step 2: Set the Pin directions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25318B-F3A1-989D-E47B-AD540653FA16}"/>
              </a:ext>
            </a:extLst>
          </p:cNvPr>
          <p:cNvSpPr txBox="1"/>
          <p:nvPr/>
        </p:nvSpPr>
        <p:spPr>
          <a:xfrm>
            <a:off x="3767195" y="1603637"/>
            <a:ext cx="40824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In master mode 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MOSI, SCK, and SS must be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MISO must be input.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960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EE4C-334B-9A08-C4BA-E51FD65A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4A43E1-D743-7709-ACBE-CF335F95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/>
          </a:bodyPr>
          <a:lstStyle/>
          <a:p>
            <a:r>
              <a:rPr lang="en-US" dirty="0"/>
              <a:t>Step3 : Enable SPI and configure as master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9C588B-5DAE-2205-0138-400F0305B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251120"/>
              </p:ext>
            </p:extLst>
          </p:nvPr>
        </p:nvGraphicFramePr>
        <p:xfrm>
          <a:off x="2852796" y="1430392"/>
          <a:ext cx="5905500" cy="1737360"/>
        </p:xfrm>
        <a:graphic>
          <a:graphicData uri="http://schemas.openxmlformats.org/drawingml/2006/table">
            <a:tbl>
              <a:tblPr/>
              <a:tblGrid>
                <a:gridCol w="1358095">
                  <a:extLst>
                    <a:ext uri="{9D8B030D-6E8A-4147-A177-3AD203B41FA5}">
                      <a16:colId xmlns:a16="http://schemas.microsoft.com/office/drawing/2014/main" val="3286717573"/>
                    </a:ext>
                  </a:extLst>
                </a:gridCol>
                <a:gridCol w="2021983">
                  <a:extLst>
                    <a:ext uri="{9D8B030D-6E8A-4147-A177-3AD203B41FA5}">
                      <a16:colId xmlns:a16="http://schemas.microsoft.com/office/drawing/2014/main" val="947444588"/>
                    </a:ext>
                  </a:extLst>
                </a:gridCol>
                <a:gridCol w="2525422">
                  <a:extLst>
                    <a:ext uri="{9D8B030D-6E8A-4147-A177-3AD203B41FA5}">
                      <a16:colId xmlns:a16="http://schemas.microsoft.com/office/drawing/2014/main" val="2955558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408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SPI Enable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 be set to 1 to enable SPI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185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Master Select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for Master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83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SPR1, SPR0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Clock Rate Select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Choose SPI clock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628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CPOL, CPHA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Clock Polarity &amp; 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Define SPI mode (0–3)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138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069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938D-1F8B-CA62-9ED3-41156367B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1C0D8B-821E-AF6B-FC89-97C09164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 fontScale="90000"/>
          </a:bodyPr>
          <a:lstStyle/>
          <a:p>
            <a:r>
              <a:rPr lang="en-US" dirty="0"/>
              <a:t>Step4 :  (Optional) Double the SPI Clock Speed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0536E-E158-B18E-4958-2AB36CB4F49F}"/>
              </a:ext>
            </a:extLst>
          </p:cNvPr>
          <p:cNvSpPr txBox="1"/>
          <p:nvPr/>
        </p:nvSpPr>
        <p:spPr>
          <a:xfrm>
            <a:off x="2814035" y="1146219"/>
            <a:ext cx="61367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If you want to increase the SPI clock, set the </a:t>
            </a:r>
            <a:r>
              <a:rPr lang="en-US" b="1" dirty="0">
                <a:solidFill>
                  <a:schemeClr val="tx1"/>
                </a:solidFill>
              </a:rPr>
              <a:t>SPI2X</a:t>
            </a:r>
            <a:r>
              <a:rPr lang="en-US" dirty="0">
                <a:solidFill>
                  <a:schemeClr val="tx1"/>
                </a:solidFill>
              </a:rPr>
              <a:t> bit in the </a:t>
            </a:r>
            <a:r>
              <a:rPr lang="en-US" b="1" dirty="0">
                <a:solidFill>
                  <a:schemeClr val="tx1"/>
                </a:solidFill>
              </a:rPr>
              <a:t>SPSR register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6336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23E19-FEEB-43FC-8500-CB53597F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A40EBE-ADB7-87C4-E9C1-F109421C4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/>
          </a:bodyPr>
          <a:lstStyle/>
          <a:p>
            <a:r>
              <a:rPr lang="en-US" dirty="0"/>
              <a:t>Step 5 :  </a:t>
            </a:r>
            <a:r>
              <a:rPr lang="en-IN" dirty="0"/>
              <a:t>Transmit and Receive Data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96EA8-E91A-4FEE-1504-AD26F6E47D41}"/>
              </a:ext>
            </a:extLst>
          </p:cNvPr>
          <p:cNvSpPr txBox="1"/>
          <p:nvPr/>
        </p:nvSpPr>
        <p:spPr>
          <a:xfrm>
            <a:off x="2814035" y="1146219"/>
            <a:ext cx="613678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Use the </a:t>
            </a:r>
            <a:r>
              <a:rPr lang="en-US" b="1" dirty="0">
                <a:solidFill>
                  <a:schemeClr val="tx1"/>
                </a:solidFill>
              </a:rPr>
              <a:t>SPDR register</a:t>
            </a:r>
            <a:r>
              <a:rPr lang="en-US" dirty="0">
                <a:solidFill>
                  <a:schemeClr val="tx1"/>
                </a:solidFill>
              </a:rPr>
              <a:t> (SPI Data Register).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Writing to SPDR starts transmission.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Reading SPDR gives received data.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Wait for the transfer to complete by checking </a:t>
            </a:r>
            <a:r>
              <a:rPr lang="en-US" b="1" dirty="0">
                <a:solidFill>
                  <a:schemeClr val="tx1"/>
                </a:solidFill>
              </a:rPr>
              <a:t>SPIF</a:t>
            </a:r>
            <a:r>
              <a:rPr lang="en-US" dirty="0">
                <a:solidFill>
                  <a:schemeClr val="tx1"/>
                </a:solidFill>
              </a:rPr>
              <a:t> flag in 	</a:t>
            </a:r>
            <a:r>
              <a:rPr lang="en-US" b="1" dirty="0">
                <a:solidFill>
                  <a:schemeClr val="tx1"/>
                </a:solidFill>
              </a:rPr>
              <a:t>SPSR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5718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4E2AA-6761-FB3D-59D3-F4A5E016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C7D002-51AD-EE22-8109-426C9F04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 fontScale="90000"/>
          </a:bodyPr>
          <a:lstStyle/>
          <a:p>
            <a:r>
              <a:rPr lang="en-US" dirty="0"/>
              <a:t>Step 6 : Handle the SS (Slave Select) Pin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8FACD-62A8-FE1D-F3A6-7AA8850701DB}"/>
              </a:ext>
            </a:extLst>
          </p:cNvPr>
          <p:cNvSpPr txBox="1"/>
          <p:nvPr/>
        </p:nvSpPr>
        <p:spPr>
          <a:xfrm>
            <a:off x="2814035" y="1146219"/>
            <a:ext cx="61367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Before sending data to a specific device: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Pull SS low</a:t>
            </a:r>
            <a:r>
              <a:rPr lang="en-US" dirty="0">
                <a:solidFill>
                  <a:schemeClr val="tx1"/>
                </a:solidFill>
              </a:rPr>
              <a:t> → select slave.</a:t>
            </a: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Transfer data.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Pull SS high</a:t>
            </a:r>
            <a:r>
              <a:rPr lang="en-US" dirty="0">
                <a:solidFill>
                  <a:schemeClr val="tx1"/>
                </a:solidFill>
              </a:rPr>
              <a:t> → deselect slave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332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5163</TotalTime>
  <Words>735</Words>
  <Application>Microsoft Office PowerPoint</Application>
  <PresentationFormat>On-screen Show (16:9)</PresentationFormat>
  <Paragraphs>208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Helvetica Neue</vt:lpstr>
      <vt:lpstr>Anek Malayalam SemiBold</vt:lpstr>
      <vt:lpstr>Anek Malayalam</vt:lpstr>
      <vt:lpstr>Wingdings</vt:lpstr>
      <vt:lpstr>Simple Light</vt:lpstr>
      <vt:lpstr>Serial Peripheral Interface - SPI</vt:lpstr>
      <vt:lpstr>SPI</vt:lpstr>
      <vt:lpstr>SPI – Common Usage </vt:lpstr>
      <vt:lpstr>SPI Protocol</vt:lpstr>
      <vt:lpstr>ATMEGA 328 Pin mapping</vt:lpstr>
      <vt:lpstr>Useful Registers </vt:lpstr>
      <vt:lpstr>SPCR – SPI Control Register</vt:lpstr>
      <vt:lpstr>SPI Clock rate Table</vt:lpstr>
      <vt:lpstr>SPSR – SPI Status Register</vt:lpstr>
      <vt:lpstr>Steps to configure SPI in ATMega 328 (Master) – Step1: Understand the pins</vt:lpstr>
      <vt:lpstr>Step 2: Set the Pin directions</vt:lpstr>
      <vt:lpstr>Step3 : Enable SPI and configure as master</vt:lpstr>
      <vt:lpstr>Step4 :  (Optional) Double the SPI Clock Speed </vt:lpstr>
      <vt:lpstr>Step 5 :  Transmit and Receive Data </vt:lpstr>
      <vt:lpstr>Step 6 : Handle the SS (Slave Select) Pin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30</cp:revision>
  <dcterms:modified xsi:type="dcterms:W3CDTF">2025-10-29T15:55:03Z</dcterms:modified>
</cp:coreProperties>
</file>