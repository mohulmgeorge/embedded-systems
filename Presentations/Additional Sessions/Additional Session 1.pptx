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6"/>
  </p:notesMasterIdLst>
  <p:sldIdLst>
    <p:sldId id="256" r:id="rId2"/>
    <p:sldId id="310" r:id="rId3"/>
    <p:sldId id="311" r:id="rId4"/>
    <p:sldId id="264" r:id="rId5"/>
  </p:sldIdLst>
  <p:sldSz cx="9144000" cy="5143500" type="screen16x9"/>
  <p:notesSz cx="6858000" cy="9144000"/>
  <p:embeddedFontLst>
    <p:embeddedFont>
      <p:font typeface="Anek Malayalam" panose="020B0604020202020204" charset="0"/>
      <p:regular r:id="rId7"/>
      <p:bold r:id="rId8"/>
    </p:embeddedFont>
    <p:embeddedFont>
      <p:font typeface="Anek Malayalam SemiBold" panose="020B0604020202020204" charset="0"/>
      <p:regular r:id="rId9"/>
      <p:bold r:id="rId10"/>
    </p:embeddedFont>
    <p:embeddedFont>
      <p:font typeface="Helvetica Neue" panose="020B0604020202020204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2FF6BD-B0D0-4950-BCBB-26D806AB333A}" v="5" dt="2025-10-22T13:38:06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font" Target="fonts/font7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4.fntdata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22T13:55:08.256" v="5403" actId="47"/>
      <pc:docMkLst>
        <pc:docMk/>
      </pc:docMkLst>
      <pc:sldChg chg="modSp mod">
        <pc:chgData name="Sreejith Rajan" userId="ec11bca0e4bee75f" providerId="LiveId" clId="{7B4F392D-EAB3-4CE7-903E-F84869825F47}" dt="2025-10-17T10:56:28.163" v="4845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17T10:56:28.163" v="4845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del mod">
        <pc:chgData name="Sreejith Rajan" userId="ec11bca0e4bee75f" providerId="LiveId" clId="{7B4F392D-EAB3-4CE7-903E-F84869825F47}" dt="2025-10-22T13:54:50.392" v="5396" actId="47"/>
        <pc:sldMkLst>
          <pc:docMk/>
          <pc:sldMk cId="3959199433" sldId="287"/>
        </pc:sldMkLst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del mod">
        <pc:chgData name="Sreejith Rajan" userId="ec11bca0e4bee75f" providerId="LiveId" clId="{7B4F392D-EAB3-4CE7-903E-F84869825F47}" dt="2025-10-22T13:54:55.205" v="5398" actId="47"/>
        <pc:sldMkLst>
          <pc:docMk/>
          <pc:sldMk cId="4264035287" sldId="306"/>
        </pc:sldMkLst>
      </pc:sldChg>
      <pc:sldChg chg="addSp delSp modSp add del mod">
        <pc:chgData name="Sreejith Rajan" userId="ec11bca0e4bee75f" providerId="LiveId" clId="{7B4F392D-EAB3-4CE7-903E-F84869825F47}" dt="2025-10-22T13:54:57.337" v="5399" actId="47"/>
        <pc:sldMkLst>
          <pc:docMk/>
          <pc:sldMk cId="3122419039" sldId="307"/>
        </pc:sldMkLst>
      </pc:sldChg>
      <pc:sldChg chg="addSp delSp modSp add del mod">
        <pc:chgData name="Sreejith Rajan" userId="ec11bca0e4bee75f" providerId="LiveId" clId="{7B4F392D-EAB3-4CE7-903E-F84869825F47}" dt="2025-10-22T13:54:59.241" v="5400" actId="47"/>
        <pc:sldMkLst>
          <pc:docMk/>
          <pc:sldMk cId="4003320701" sldId="308"/>
        </pc:sldMkLst>
      </pc:sldChg>
      <pc:sldChg chg="addSp delSp modSp add del mod">
        <pc:chgData name="Sreejith Rajan" userId="ec11bca0e4bee75f" providerId="LiveId" clId="{7B4F392D-EAB3-4CE7-903E-F84869825F47}" dt="2025-10-22T13:55:01.285" v="5401" actId="47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17T11:55:10.086" v="5071" actId="1076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17T12:01:44.967" v="5115" actId="14100"/>
          <ac:graphicFrameMkLst>
            <pc:docMk/>
            <pc:sldMk cId="2237710589" sldId="309"/>
            <ac:graphicFrameMk id="2" creationId="{551E3600-1FAF-CBBE-4CE6-2A896DF5E48A}"/>
          </ac:graphicFrameMkLst>
        </pc:graphicFrameChg>
        <pc:picChg chg="add mod modCrop">
          <ac:chgData name="Sreejith Rajan" userId="ec11bca0e4bee75f" providerId="LiveId" clId="{7B4F392D-EAB3-4CE7-903E-F84869825F47}" dt="2025-10-17T11:57:20.454" v="5086" actId="1076"/>
          <ac:picMkLst>
            <pc:docMk/>
            <pc:sldMk cId="2237710589" sldId="309"/>
            <ac:picMk id="5" creationId="{5174DE35-6DAA-4FBC-4A33-00BE6DDAA5C5}"/>
          </ac:picMkLst>
        </pc:picChg>
      </pc:sldChg>
      <pc:sldChg chg="addSp delSp modSp add mod ord">
        <pc:chgData name="Sreejith Rajan" userId="ec11bca0e4bee75f" providerId="LiveId" clId="{7B4F392D-EAB3-4CE7-903E-F84869825F47}" dt="2025-10-22T13:35:37.289" v="5350" actId="14734"/>
        <pc:sldMkLst>
          <pc:docMk/>
          <pc:sldMk cId="1438249901" sldId="310"/>
        </pc:sldMkLst>
        <pc:spChg chg="del mod">
          <ac:chgData name="Sreejith Rajan" userId="ec11bca0e4bee75f" providerId="LiveId" clId="{7B4F392D-EAB3-4CE7-903E-F84869825F47}" dt="2025-10-22T13:33:10.912" v="5305" actId="478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22T13:35:00.761" v="5348" actId="20577"/>
          <ac:spMkLst>
            <pc:docMk/>
            <pc:sldMk cId="1438249901" sldId="310"/>
            <ac:spMk id="3" creationId="{81FBEAC1-5C44-3BF3-C4C6-F8BD52CC6144}"/>
          </ac:spMkLst>
        </pc:spChg>
        <pc:graphicFrameChg chg="add del mod">
          <ac:chgData name="Sreejith Rajan" userId="ec11bca0e4bee75f" providerId="LiveId" clId="{7B4F392D-EAB3-4CE7-903E-F84869825F47}" dt="2025-10-22T13:32:08.812" v="5297" actId="478"/>
          <ac:graphicFrameMkLst>
            <pc:docMk/>
            <pc:sldMk cId="1438249901" sldId="310"/>
            <ac:graphicFrameMk id="4" creationId="{03AD3378-6E0A-A26A-0CCA-75A1D53459EB}"/>
          </ac:graphicFrameMkLst>
        </pc:graphicFrameChg>
        <pc:graphicFrameChg chg="add mod modGraphic">
          <ac:chgData name="Sreejith Rajan" userId="ec11bca0e4bee75f" providerId="LiveId" clId="{7B4F392D-EAB3-4CE7-903E-F84869825F47}" dt="2025-10-22T13:35:37.289" v="5350" actId="14734"/>
          <ac:graphicFrameMkLst>
            <pc:docMk/>
            <pc:sldMk cId="1438249901" sldId="310"/>
            <ac:graphicFrameMk id="5" creationId="{11F444C7-EDB4-57A4-DD68-96DCF1FF3891}"/>
          </ac:graphicFrameMkLst>
        </pc:graphicFrame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addSp delSp modSp add mod">
        <pc:chgData name="Sreejith Rajan" userId="ec11bca0e4bee75f" providerId="LiveId" clId="{7B4F392D-EAB3-4CE7-903E-F84869825F47}" dt="2025-10-22T13:39:22.017" v="5395" actId="20577"/>
        <pc:sldMkLst>
          <pc:docMk/>
          <pc:sldMk cId="3603331044" sldId="311"/>
        </pc:sldMkLst>
        <pc:spChg chg="del mod">
          <ac:chgData name="Sreejith Rajan" userId="ec11bca0e4bee75f" providerId="LiveId" clId="{7B4F392D-EAB3-4CE7-903E-F84869825F47}" dt="2025-10-22T13:37:12.626" v="5351" actId="478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22T13:38:17.099" v="5380" actId="20577"/>
          <ac:spMkLst>
            <pc:docMk/>
            <pc:sldMk cId="3603331044" sldId="311"/>
            <ac:spMk id="3" creationId="{217410D7-D160-3664-1380-6B61F71790CB}"/>
          </ac:spMkLst>
        </pc:spChg>
        <pc:spChg chg="add del mod">
          <ac:chgData name="Sreejith Rajan" userId="ec11bca0e4bee75f" providerId="LiveId" clId="{7B4F392D-EAB3-4CE7-903E-F84869825F47}" dt="2025-10-22T13:37:15.671" v="5352" actId="478"/>
          <ac:spMkLst>
            <pc:docMk/>
            <pc:sldMk cId="3603331044" sldId="311"/>
            <ac:spMk id="5" creationId="{3B70C6F8-EDE1-6FBA-8868-A636686A0C48}"/>
          </ac:spMkLst>
        </pc:spChg>
        <pc:graphicFrameChg chg="add mod modGraphic">
          <ac:chgData name="Sreejith Rajan" userId="ec11bca0e4bee75f" providerId="LiveId" clId="{7B4F392D-EAB3-4CE7-903E-F84869825F47}" dt="2025-10-22T13:39:22.017" v="5395" actId="20577"/>
          <ac:graphicFrameMkLst>
            <pc:docMk/>
            <pc:sldMk cId="3603331044" sldId="311"/>
            <ac:graphicFrameMk id="6" creationId="{22B1F290-DB5D-8299-68D6-523CAAE06CDD}"/>
          </ac:graphicFrameMkLst>
        </pc:graphicFrameChg>
      </pc:sldChg>
      <pc:sldChg chg="delSp modSp add del mod">
        <pc:chgData name="Sreejith Rajan" userId="ec11bca0e4bee75f" providerId="LiveId" clId="{7B4F392D-EAB3-4CE7-903E-F84869825F47}" dt="2025-10-22T13:54:53.503" v="5397" actId="47"/>
        <pc:sldMkLst>
          <pc:docMk/>
          <pc:sldMk cId="2526330093" sldId="312"/>
        </pc:sldMkLst>
      </pc:sldChg>
      <pc:sldChg chg="addSp delSp modSp new del mod">
        <pc:chgData name="Sreejith Rajan" userId="ec11bca0e4bee75f" providerId="LiveId" clId="{7B4F392D-EAB3-4CE7-903E-F84869825F47}" dt="2025-10-22T13:55:04.307" v="5402" actId="47"/>
        <pc:sldMkLst>
          <pc:docMk/>
          <pc:sldMk cId="2855112447" sldId="313"/>
        </pc:sldMkLst>
        <pc:spChg chg="mod">
          <ac:chgData name="Sreejith Rajan" userId="ec11bca0e4bee75f" providerId="LiveId" clId="{7B4F392D-EAB3-4CE7-903E-F84869825F47}" dt="2025-10-17T11:59:44.277" v="5103" actId="1076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17T11:59:40.699" v="5102" actId="1076"/>
          <ac:graphicFrameMkLst>
            <pc:docMk/>
            <pc:sldMk cId="2855112447" sldId="313"/>
            <ac:graphicFrameMk id="4" creationId="{9C4FB3FD-2104-5D17-2624-FAC359784385}"/>
          </ac:graphicFrameMkLst>
        </pc:graphicFrameChg>
        <pc:picChg chg="add mod modCrop">
          <ac:chgData name="Sreejith Rajan" userId="ec11bca0e4bee75f" providerId="LiveId" clId="{7B4F392D-EAB3-4CE7-903E-F84869825F47}" dt="2025-10-17T12:00:51.317" v="5107" actId="1076"/>
          <ac:picMkLst>
            <pc:docMk/>
            <pc:sldMk cId="2855112447" sldId="313"/>
            <ac:picMk id="6" creationId="{17A0D31E-E12B-586E-7477-AB4BA92C112D}"/>
          </ac:picMkLst>
        </pc:picChg>
      </pc:sldChg>
      <pc:sldChg chg="addSp delSp modSp add del mod">
        <pc:chgData name="Sreejith Rajan" userId="ec11bca0e4bee75f" providerId="LiveId" clId="{7B4F392D-EAB3-4CE7-903E-F84869825F47}" dt="2025-10-22T13:55:08.256" v="5403" actId="47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17T14:03:11.813" v="5293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17T14:03:00.673" v="5287" actId="1076"/>
          <ac:spMkLst>
            <pc:docMk/>
            <pc:sldMk cId="482960161" sldId="314"/>
            <ac:spMk id="3" creationId="{A4C0EC8C-FFFA-39B0-4E3A-CE5945EE46C6}"/>
          </ac:spMkLst>
        </pc:sp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r>
              <a:rPr lang="en-US" dirty="0"/>
              <a:t>Universal Synchronous and Asynchronous Receiver and Transmitter - USART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2473" y="11596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Common Reasons</a:t>
            </a:r>
            <a:endParaRPr lang="en-IN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1F444C7-EDB4-57A4-DD68-96DCF1FF38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394622"/>
              </p:ext>
            </p:extLst>
          </p:nvPr>
        </p:nvGraphicFramePr>
        <p:xfrm>
          <a:off x="2692473" y="789437"/>
          <a:ext cx="6336403" cy="3880928"/>
        </p:xfrm>
        <a:graphic>
          <a:graphicData uri="http://schemas.openxmlformats.org/drawingml/2006/table">
            <a:tbl>
              <a:tblPr/>
              <a:tblGrid>
                <a:gridCol w="1493161">
                  <a:extLst>
                    <a:ext uri="{9D8B030D-6E8A-4147-A177-3AD203B41FA5}">
                      <a16:colId xmlns:a16="http://schemas.microsoft.com/office/drawing/2014/main" val="1423561126"/>
                    </a:ext>
                  </a:extLst>
                </a:gridCol>
                <a:gridCol w="2427667">
                  <a:extLst>
                    <a:ext uri="{9D8B030D-6E8A-4147-A177-3AD203B41FA5}">
                      <a16:colId xmlns:a16="http://schemas.microsoft.com/office/drawing/2014/main" val="575611628"/>
                    </a:ext>
                  </a:extLst>
                </a:gridCol>
                <a:gridCol w="2415575">
                  <a:extLst>
                    <a:ext uri="{9D8B030D-6E8A-4147-A177-3AD203B41FA5}">
                      <a16:colId xmlns:a16="http://schemas.microsoft.com/office/drawing/2014/main" val="3835762750"/>
                    </a:ext>
                  </a:extLst>
                </a:gridCol>
              </a:tblGrid>
              <a:tr h="2751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chemeClr val="accent1"/>
                          </a:solidFill>
                        </a:rPr>
                        <a:t>Category</a:t>
                      </a:r>
                      <a:endParaRPr lang="en-IN" sz="1200" dirty="0">
                        <a:solidFill>
                          <a:schemeClr val="accent1"/>
                        </a:solidFill>
                      </a:endParaRP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chemeClr val="accent1"/>
                          </a:solidFill>
                        </a:rPr>
                        <a:t>Typical Behavior / Symptom</a:t>
                      </a:r>
                      <a:endParaRPr lang="en-IN" sz="1200">
                        <a:solidFill>
                          <a:schemeClr val="accent1"/>
                        </a:solidFill>
                      </a:endParaRP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solidFill>
                            <a:schemeClr val="accent1"/>
                          </a:solidFill>
                        </a:rPr>
                        <a:t>Why It Happens</a:t>
                      </a:r>
                      <a:endParaRPr lang="en-IN" sz="1200" dirty="0">
                        <a:solidFill>
                          <a:schemeClr val="accent1"/>
                        </a:solidFill>
                      </a:endParaRP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321165"/>
                  </a:ext>
                </a:extLst>
              </a:tr>
              <a:tr h="5018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 Passive understanding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“I get it when you explain, but forget when I try.”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They </a:t>
                      </a:r>
                      <a:r>
                        <a:rPr lang="en-US" sz="1100" i="1" dirty="0"/>
                        <a:t>recognize</a:t>
                      </a:r>
                      <a:r>
                        <a:rPr lang="en-US" sz="1100" dirty="0"/>
                        <a:t> logic, but never </a:t>
                      </a:r>
                      <a:r>
                        <a:rPr lang="en-US" sz="1100" i="1" dirty="0"/>
                        <a:t>retrieve</a:t>
                      </a:r>
                      <a:r>
                        <a:rPr lang="en-US" sz="1100" dirty="0"/>
                        <a:t> it. Watching feels easier than doing.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4257901"/>
                  </a:ext>
                </a:extLst>
              </a:tr>
              <a:tr h="388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Fear of errors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“What if it doesn’t compile?” or “I’ll wait for sir to check.”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see mistakes as failure, not feedback.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8141269"/>
                  </a:ext>
                </a:extLst>
              </a:tr>
              <a:tr h="388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Datasheet avoidance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They copy register names without knowing what they do.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rely on examples instead of exploring the datasheet.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323987"/>
                  </a:ext>
                </a:extLst>
              </a:tr>
              <a:tr h="388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Copy–paste learning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modify your code slightly and think they’re coding.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It skips the thinking process — logic never gets internalized.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13178"/>
                  </a:ext>
                </a:extLst>
              </a:tr>
              <a:tr h="388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Lack of micro-planning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jump into coding without a stepwise plan.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don’t break the problem into flow or pseudocode.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7244529"/>
                  </a:ext>
                </a:extLst>
              </a:tr>
              <a:tr h="3885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Weak register logic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Confused about what bit controls what.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haven’t practiced enough low-level bit control.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86177"/>
                  </a:ext>
                </a:extLst>
              </a:tr>
              <a:tr h="5018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/>
                        <a:t>Over-dependence on IDE output</a:t>
                      </a:r>
                      <a:endParaRPr lang="en-US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judge correctness only by “does LED blink or not.”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don’t analyze </a:t>
                      </a:r>
                      <a:r>
                        <a:rPr lang="en-US" sz="1100" i="1"/>
                        <a:t>why</a:t>
                      </a:r>
                      <a:r>
                        <a:rPr lang="en-US" sz="1100"/>
                        <a:t> something works.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300022"/>
                  </a:ext>
                </a:extLst>
              </a:tr>
              <a:tr h="6151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Concept isolation</a:t>
                      </a:r>
                      <a:endParaRPr lang="en-IN" sz="1100" dirty="0"/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They treat each lab (PWM, UART, ADC) as separate.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They don’t see common hardware patterns — initialization, enable bits, flags.</a:t>
                      </a:r>
                    </a:p>
                  </a:txBody>
                  <a:tcPr marL="43244" marR="43244" marT="21622" marB="2162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424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Methods to improve</a:t>
            </a:r>
            <a:endParaRPr lang="en-IN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2B1F290-DB5D-8299-68D6-523CAAE06C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2849624"/>
              </p:ext>
            </p:extLst>
          </p:nvPr>
        </p:nvGraphicFramePr>
        <p:xfrm>
          <a:off x="2512042" y="887927"/>
          <a:ext cx="6419458" cy="3974718"/>
        </p:xfrm>
        <a:graphic>
          <a:graphicData uri="http://schemas.openxmlformats.org/drawingml/2006/table">
            <a:tbl>
              <a:tblPr/>
              <a:tblGrid>
                <a:gridCol w="2034200">
                  <a:extLst>
                    <a:ext uri="{9D8B030D-6E8A-4147-A177-3AD203B41FA5}">
                      <a16:colId xmlns:a16="http://schemas.microsoft.com/office/drawing/2014/main" val="2167954507"/>
                    </a:ext>
                  </a:extLst>
                </a:gridCol>
                <a:gridCol w="4385258">
                  <a:extLst>
                    <a:ext uri="{9D8B030D-6E8A-4147-A177-3AD203B41FA5}">
                      <a16:colId xmlns:a16="http://schemas.microsoft.com/office/drawing/2014/main" val="1485710372"/>
                    </a:ext>
                  </a:extLst>
                </a:gridCol>
              </a:tblGrid>
              <a:tr h="2858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>
                          <a:solidFill>
                            <a:schemeClr val="accent1"/>
                          </a:solidFill>
                        </a:rPr>
                        <a:t>Reason</a:t>
                      </a:r>
                      <a:endParaRPr lang="en-IN" sz="1400">
                        <a:solidFill>
                          <a:schemeClr val="accent1"/>
                        </a:solidFill>
                      </a:endParaRP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400" b="1" dirty="0">
                          <a:solidFill>
                            <a:schemeClr val="accent1"/>
                          </a:solidFill>
                        </a:rPr>
                        <a:t>Fix / Habit to Build</a:t>
                      </a:r>
                      <a:endParaRPr lang="en-IN" sz="1400" dirty="0">
                        <a:solidFill>
                          <a:schemeClr val="accent1"/>
                        </a:solidFill>
                      </a:endParaRP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839750"/>
                  </a:ext>
                </a:extLst>
              </a:tr>
              <a:tr h="485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Passive understanding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Write pseudocode or explain logic aloud before coding.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8548084"/>
                  </a:ext>
                </a:extLst>
              </a:tr>
              <a:tr h="686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Fear of errors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Make 3 deliberate compile errors and fix them - get comfortable with red messages.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0679327"/>
                  </a:ext>
                </a:extLst>
              </a:tr>
              <a:tr h="485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Datasheet avoidance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Each time you use a register, write one sentence about its purpose.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2980648"/>
                  </a:ext>
                </a:extLst>
              </a:tr>
              <a:tr h="485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Copy–paste learning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Type code from scratch - no copy. Even 20 lines.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2163657"/>
                  </a:ext>
                </a:extLst>
              </a:tr>
              <a:tr h="2858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Weak planning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Always draw flowchart first.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2984277"/>
                  </a:ext>
                </a:extLst>
              </a:tr>
              <a:tr h="2858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Weak register logic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Practice bit-level macros.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991372"/>
                  </a:ext>
                </a:extLst>
              </a:tr>
              <a:tr h="485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Over-dependence on output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Use serial print or LEDs to check </a:t>
                      </a:r>
                      <a:r>
                        <a:rPr lang="en-US" sz="1100" i="1"/>
                        <a:t>intermediate</a:t>
                      </a:r>
                      <a:r>
                        <a:rPr lang="en-US" sz="1100"/>
                        <a:t> values.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920876"/>
                  </a:ext>
                </a:extLst>
              </a:tr>
              <a:tr h="4859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Concept isolation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Compare initialization steps across peripherals - see the pattern.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218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4916</TotalTime>
  <Words>334</Words>
  <Application>Microsoft Office PowerPoint</Application>
  <PresentationFormat>On-screen Show (16:9)</PresentationFormat>
  <Paragraphs>50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Anek Malayalam</vt:lpstr>
      <vt:lpstr>Arial</vt:lpstr>
      <vt:lpstr>Helvetica Neue</vt:lpstr>
      <vt:lpstr>Anek Malayalam SemiBold</vt:lpstr>
      <vt:lpstr>Simple Light</vt:lpstr>
      <vt:lpstr>Universal Synchronous and Asynchronous Receiver and Transmitter - USART</vt:lpstr>
      <vt:lpstr>Common Reasons</vt:lpstr>
      <vt:lpstr>Methods to improve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2025-10-22T13:55:08Z</dcterms:modified>
</cp:coreProperties>
</file>