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8"/>
  </p:notesMasterIdLst>
  <p:sldIdLst>
    <p:sldId id="256" r:id="rId2"/>
    <p:sldId id="311" r:id="rId3"/>
    <p:sldId id="310" r:id="rId4"/>
    <p:sldId id="320" r:id="rId5"/>
    <p:sldId id="321" r:id="rId6"/>
    <p:sldId id="264" r:id="rId7"/>
  </p:sldIdLst>
  <p:sldSz cx="9144000" cy="5143500" type="screen16x9"/>
  <p:notesSz cx="6858000" cy="9144000"/>
  <p:embeddedFontLst>
    <p:embeddedFont>
      <p:font typeface="Anek Malayalam" panose="020B0604020202020204" charset="0"/>
      <p:regular r:id="rId9"/>
      <p:bold r:id="rId10"/>
    </p:embeddedFont>
    <p:embeddedFont>
      <p:font typeface="Anek Malayalam SemiBold" panose="020B0604020202020204" charset="0"/>
      <p:regular r:id="rId11"/>
      <p:bold r:id="rId12"/>
    </p:embeddedFont>
    <p:embeddedFont>
      <p:font typeface="Helvetica Neue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1DDA50-A4D9-4F34-896E-9E5477810539}" v="3" dt="2025-10-15T13:26:53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delSld modSld sldOrd">
      <pc:chgData name="Sreejith Rajan" userId="ec11bca0e4bee75f" providerId="LiveId" clId="{7B4F392D-EAB3-4CE7-903E-F84869825F47}" dt="2025-10-15T13:28:12.914" v="6411" actId="207"/>
      <pc:docMkLst>
        <pc:docMk/>
      </pc:docMkLst>
      <pc:sldChg chg="modSp mod">
        <pc:chgData name="Sreejith Rajan" userId="ec11bca0e4bee75f" providerId="LiveId" clId="{7B4F392D-EAB3-4CE7-903E-F84869825F47}" dt="2025-10-15T13:06:05.659" v="6205" actId="20577"/>
        <pc:sldMkLst>
          <pc:docMk/>
          <pc:sldMk cId="0" sldId="256"/>
        </pc:sldMkLst>
        <pc:spChg chg="mod">
          <ac:chgData name="Sreejith Rajan" userId="ec11bca0e4bee75f" providerId="LiveId" clId="{7B4F392D-EAB3-4CE7-903E-F84869825F47}" dt="2025-10-15T13:06:05.659" v="6205" actId="20577"/>
          <ac:spMkLst>
            <pc:docMk/>
            <pc:sldMk cId="0" sldId="256"/>
            <ac:spMk id="33" creationId="{00000000-0000-0000-0000-000000000000}"/>
          </ac:spMkLst>
        </pc:spChg>
      </pc:sldChg>
      <pc:sldChg chg="addSp modSp del mod">
        <pc:chgData name="Sreejith Rajan" userId="ec11bca0e4bee75f" providerId="LiveId" clId="{7B4F392D-EAB3-4CE7-903E-F84869825F47}" dt="2025-09-26T13:36:34.936" v="1819" actId="47"/>
        <pc:sldMkLst>
          <pc:docMk/>
          <pc:sldMk cId="0" sldId="258"/>
        </pc:sldMkLst>
      </pc:sldChg>
      <pc:sldChg chg="addSp delSp modSp add del mod ord">
        <pc:chgData name="Sreejith Rajan" userId="ec11bca0e4bee75f" providerId="LiveId" clId="{7B4F392D-EAB3-4CE7-903E-F84869825F47}" dt="2025-09-26T13:36:37.995" v="1822" actId="47"/>
        <pc:sldMkLst>
          <pc:docMk/>
          <pc:sldMk cId="1389626550" sldId="267"/>
        </pc:sldMkLst>
      </pc:sldChg>
      <pc:sldChg chg="addSp delSp modSp del mod">
        <pc:chgData name="Sreejith Rajan" userId="ec11bca0e4bee75f" providerId="LiveId" clId="{7B4F392D-EAB3-4CE7-903E-F84869825F47}" dt="2025-09-29T13:47:37.003" v="2823" actId="2696"/>
        <pc:sldMkLst>
          <pc:docMk/>
          <pc:sldMk cId="2517281589" sldId="274"/>
        </pc:sldMkLst>
      </pc:sldChg>
      <pc:sldChg chg="modSp del mod ord">
        <pc:chgData name="Sreejith Rajan" userId="ec11bca0e4bee75f" providerId="LiveId" clId="{7B4F392D-EAB3-4CE7-903E-F84869825F47}" dt="2025-09-26T13:36:34.298" v="1818" actId="47"/>
        <pc:sldMkLst>
          <pc:docMk/>
          <pc:sldMk cId="682396941" sldId="282"/>
        </pc:sldMkLst>
      </pc:sldChg>
      <pc:sldChg chg="addSp modSp del mod ord">
        <pc:chgData name="Sreejith Rajan" userId="ec11bca0e4bee75f" providerId="LiveId" clId="{7B4F392D-EAB3-4CE7-903E-F84869825F47}" dt="2025-09-26T13:36:36.779" v="1821" actId="47"/>
        <pc:sldMkLst>
          <pc:docMk/>
          <pc:sldMk cId="3362503428" sldId="283"/>
        </pc:sldMkLst>
      </pc:sldChg>
      <pc:sldChg chg="addSp delSp modSp del mod">
        <pc:chgData name="Sreejith Rajan" userId="ec11bca0e4bee75f" providerId="LiveId" clId="{7B4F392D-EAB3-4CE7-903E-F84869825F47}" dt="2025-09-26T13:36:35.786" v="1820" actId="47"/>
        <pc:sldMkLst>
          <pc:docMk/>
          <pc:sldMk cId="2771709912" sldId="285"/>
        </pc:sldMkLst>
      </pc:sldChg>
      <pc:sldChg chg="delSp del mod">
        <pc:chgData name="Sreejith Rajan" userId="ec11bca0e4bee75f" providerId="LiveId" clId="{7B4F392D-EAB3-4CE7-903E-F84869825F47}" dt="2025-09-19T08:54:52.742" v="755" actId="47"/>
        <pc:sldMkLst>
          <pc:docMk/>
          <pc:sldMk cId="321485736" sldId="286"/>
        </pc:sldMkLst>
      </pc:sldChg>
      <pc:sldChg chg="addSp delSp modSp add del mod ord">
        <pc:chgData name="Sreejith Rajan" userId="ec11bca0e4bee75f" providerId="LiveId" clId="{7B4F392D-EAB3-4CE7-903E-F84869825F47}" dt="2025-10-15T13:07:11.871" v="6227" actId="47"/>
        <pc:sldMkLst>
          <pc:docMk/>
          <pc:sldMk cId="3959199433" sldId="287"/>
        </pc:sldMkLst>
      </pc:sldChg>
      <pc:sldChg chg="del">
        <pc:chgData name="Sreejith Rajan" userId="ec11bca0e4bee75f" providerId="LiveId" clId="{7B4F392D-EAB3-4CE7-903E-F84869825F47}" dt="2025-09-19T09:13:31.674" v="1068" actId="47"/>
        <pc:sldMkLst>
          <pc:docMk/>
          <pc:sldMk cId="1933302962" sldId="288"/>
        </pc:sldMkLst>
      </pc:sldChg>
      <pc:sldChg chg="del">
        <pc:chgData name="Sreejith Rajan" userId="ec11bca0e4bee75f" providerId="LiveId" clId="{7B4F392D-EAB3-4CE7-903E-F84869825F47}" dt="2025-09-19T09:13:25.785" v="1067" actId="47"/>
        <pc:sldMkLst>
          <pc:docMk/>
          <pc:sldMk cId="1380718396" sldId="289"/>
        </pc:sldMkLst>
      </pc:sldChg>
      <pc:sldChg chg="addSp delSp modSp add del mod">
        <pc:chgData name="Sreejith Rajan" userId="ec11bca0e4bee75f" providerId="LiveId" clId="{7B4F392D-EAB3-4CE7-903E-F84869825F47}" dt="2025-09-26T13:36:40.310" v="1825" actId="47"/>
        <pc:sldMkLst>
          <pc:docMk/>
          <pc:sldMk cId="4163967858" sldId="290"/>
        </pc:sldMkLst>
      </pc:sldChg>
      <pc:sldChg chg="delSp modSp add del mod">
        <pc:chgData name="Sreejith Rajan" userId="ec11bca0e4bee75f" providerId="LiveId" clId="{7B4F392D-EAB3-4CE7-903E-F84869825F47}" dt="2025-09-26T13:36:39.459" v="1824" actId="47"/>
        <pc:sldMkLst>
          <pc:docMk/>
          <pc:sldMk cId="3054169711" sldId="291"/>
        </pc:sldMkLst>
      </pc:sldChg>
      <pc:sldChg chg="addSp delSp modSp add del mod">
        <pc:chgData name="Sreejith Rajan" userId="ec11bca0e4bee75f" providerId="LiveId" clId="{7B4F392D-EAB3-4CE7-903E-F84869825F47}" dt="2025-10-08T05:49:28.700" v="4629" actId="47"/>
        <pc:sldMkLst>
          <pc:docMk/>
          <pc:sldMk cId="1690133944" sldId="292"/>
        </pc:sldMkLst>
      </pc:sldChg>
      <pc:sldChg chg="delSp modSp add del mod ord">
        <pc:chgData name="Sreejith Rajan" userId="ec11bca0e4bee75f" providerId="LiveId" clId="{7B4F392D-EAB3-4CE7-903E-F84869825F47}" dt="2025-09-26T13:36:33.418" v="1817" actId="47"/>
        <pc:sldMkLst>
          <pc:docMk/>
          <pc:sldMk cId="1886088078" sldId="293"/>
        </pc:sldMkLst>
      </pc:sldChg>
      <pc:sldChg chg="modSp add del mod">
        <pc:chgData name="Sreejith Rajan" userId="ec11bca0e4bee75f" providerId="LiveId" clId="{7B4F392D-EAB3-4CE7-903E-F84869825F47}" dt="2025-10-06T11:07:57.795" v="4399" actId="47"/>
        <pc:sldMkLst>
          <pc:docMk/>
          <pc:sldMk cId="3780731234" sldId="293"/>
        </pc:sldMkLst>
      </pc:sldChg>
      <pc:sldChg chg="addSp delSp modSp add del mod">
        <pc:chgData name="Sreejith Rajan" userId="ec11bca0e4bee75f" providerId="LiveId" clId="{7B4F392D-EAB3-4CE7-903E-F84869825F47}" dt="2025-09-26T13:36:38.704" v="1823" actId="47"/>
        <pc:sldMkLst>
          <pc:docMk/>
          <pc:sldMk cId="812141662" sldId="294"/>
        </pc:sldMkLst>
      </pc:sldChg>
      <pc:sldChg chg="addSp delSp modSp add del mod">
        <pc:chgData name="Sreejith Rajan" userId="ec11bca0e4bee75f" providerId="LiveId" clId="{7B4F392D-EAB3-4CE7-903E-F84869825F47}" dt="2025-10-08T05:49:26.593" v="4628" actId="47"/>
        <pc:sldMkLst>
          <pc:docMk/>
          <pc:sldMk cId="2315289045" sldId="294"/>
        </pc:sldMkLst>
      </pc:sldChg>
      <pc:sldChg chg="new del">
        <pc:chgData name="Sreejith Rajan" userId="ec11bca0e4bee75f" providerId="LiveId" clId="{7B4F392D-EAB3-4CE7-903E-F84869825F47}" dt="2025-09-19T09:29:05.345" v="1574" actId="680"/>
        <pc:sldMkLst>
          <pc:docMk/>
          <pc:sldMk cId="4185100054" sldId="294"/>
        </pc:sldMkLst>
      </pc:sldChg>
      <pc:sldChg chg="addSp delSp modSp add del mod">
        <pc:chgData name="Sreejith Rajan" userId="ec11bca0e4bee75f" providerId="LiveId" clId="{7B4F392D-EAB3-4CE7-903E-F84869825F47}" dt="2025-10-08T05:49:12.429" v="4621" actId="47"/>
        <pc:sldMkLst>
          <pc:docMk/>
          <pc:sldMk cId="61760651" sldId="295"/>
        </pc:sldMkLst>
      </pc:sldChg>
      <pc:sldChg chg="addSp delSp modSp add del mod">
        <pc:chgData name="Sreejith Rajan" userId="ec11bca0e4bee75f" providerId="LiveId" clId="{7B4F392D-EAB3-4CE7-903E-F84869825F47}" dt="2025-10-06T11:07:51.677" v="4397" actId="47"/>
        <pc:sldMkLst>
          <pc:docMk/>
          <pc:sldMk cId="1080415345" sldId="296"/>
        </pc:sldMkLst>
      </pc:sldChg>
      <pc:sldChg chg="modSp add del mod">
        <pc:chgData name="Sreejith Rajan" userId="ec11bca0e4bee75f" providerId="LiveId" clId="{7B4F392D-EAB3-4CE7-903E-F84869825F47}" dt="2025-10-06T11:08:00.105" v="4400" actId="47"/>
        <pc:sldMkLst>
          <pc:docMk/>
          <pc:sldMk cId="2067657878" sldId="297"/>
        </pc:sldMkLst>
      </pc:sldChg>
      <pc:sldChg chg="delSp modSp add del mod">
        <pc:chgData name="Sreejith Rajan" userId="ec11bca0e4bee75f" providerId="LiveId" clId="{7B4F392D-EAB3-4CE7-903E-F84869825F47}" dt="2025-10-06T11:08:01.614" v="4401" actId="47"/>
        <pc:sldMkLst>
          <pc:docMk/>
          <pc:sldMk cId="2603797813" sldId="298"/>
        </pc:sldMkLst>
      </pc:sldChg>
      <pc:sldChg chg="modSp add del">
        <pc:chgData name="Sreejith Rajan" userId="ec11bca0e4bee75f" providerId="LiveId" clId="{7B4F392D-EAB3-4CE7-903E-F84869825F47}" dt="2025-10-06T11:08:02.737" v="4402" actId="47"/>
        <pc:sldMkLst>
          <pc:docMk/>
          <pc:sldMk cId="1429475194" sldId="299"/>
        </pc:sldMkLst>
      </pc:sldChg>
      <pc:sldChg chg="addSp delSp modSp add del mod">
        <pc:chgData name="Sreejith Rajan" userId="ec11bca0e4bee75f" providerId="LiveId" clId="{7B4F392D-EAB3-4CE7-903E-F84869825F47}" dt="2025-10-06T11:07:55.138" v="4398" actId="47"/>
        <pc:sldMkLst>
          <pc:docMk/>
          <pc:sldMk cId="1510049413" sldId="300"/>
        </pc:sldMkLst>
      </pc:sldChg>
      <pc:sldChg chg="modSp add del mod">
        <pc:chgData name="Sreejith Rajan" userId="ec11bca0e4bee75f" providerId="LiveId" clId="{7B4F392D-EAB3-4CE7-903E-F84869825F47}" dt="2025-10-01T12:17:55.896" v="3652" actId="47"/>
        <pc:sldMkLst>
          <pc:docMk/>
          <pc:sldMk cId="2943669043" sldId="300"/>
        </pc:sldMkLst>
      </pc:sldChg>
      <pc:sldChg chg="addSp delSp modSp new del mod">
        <pc:chgData name="Sreejith Rajan" userId="ec11bca0e4bee75f" providerId="LiveId" clId="{7B4F392D-EAB3-4CE7-903E-F84869825F47}" dt="2025-10-08T05:49:24.917" v="4627" actId="47"/>
        <pc:sldMkLst>
          <pc:docMk/>
          <pc:sldMk cId="1882726736" sldId="301"/>
        </pc:sldMkLst>
      </pc:sldChg>
      <pc:sldChg chg="addSp delSp modSp new del mod">
        <pc:chgData name="Sreejith Rajan" userId="ec11bca0e4bee75f" providerId="LiveId" clId="{7B4F392D-EAB3-4CE7-903E-F84869825F47}" dt="2025-10-01T12:18:53.152" v="3654" actId="47"/>
        <pc:sldMkLst>
          <pc:docMk/>
          <pc:sldMk cId="3650779004" sldId="301"/>
        </pc:sldMkLst>
      </pc:sldChg>
      <pc:sldChg chg="modSp add del mod">
        <pc:chgData name="Sreejith Rajan" userId="ec11bca0e4bee75f" providerId="LiveId" clId="{7B4F392D-EAB3-4CE7-903E-F84869825F47}" dt="2025-10-08T05:49:23.540" v="4626" actId="47"/>
        <pc:sldMkLst>
          <pc:docMk/>
          <pc:sldMk cId="2181586980" sldId="302"/>
        </pc:sldMkLst>
      </pc:sldChg>
      <pc:sldChg chg="addSp delSp modSp add del mod">
        <pc:chgData name="Sreejith Rajan" userId="ec11bca0e4bee75f" providerId="LiveId" clId="{7B4F392D-EAB3-4CE7-903E-F84869825F47}" dt="2025-10-01T12:18:55.653" v="3655" actId="47"/>
        <pc:sldMkLst>
          <pc:docMk/>
          <pc:sldMk cId="3714944730" sldId="302"/>
        </pc:sldMkLst>
      </pc:sldChg>
      <pc:sldChg chg="addSp delSp modSp add del mod">
        <pc:chgData name="Sreejith Rajan" userId="ec11bca0e4bee75f" providerId="LiveId" clId="{7B4F392D-EAB3-4CE7-903E-F84869825F47}" dt="2025-10-08T05:49:21.180" v="4625" actId="47"/>
        <pc:sldMkLst>
          <pc:docMk/>
          <pc:sldMk cId="456415416" sldId="303"/>
        </pc:sldMkLst>
      </pc:sldChg>
      <pc:sldChg chg="addSp delSp modSp add del mod">
        <pc:chgData name="Sreejith Rajan" userId="ec11bca0e4bee75f" providerId="LiveId" clId="{7B4F392D-EAB3-4CE7-903E-F84869825F47}" dt="2025-10-08T05:49:16.956" v="4623" actId="47"/>
        <pc:sldMkLst>
          <pc:docMk/>
          <pc:sldMk cId="681132800" sldId="304"/>
        </pc:sldMkLst>
      </pc:sldChg>
      <pc:sldChg chg="addSp delSp modSp add del mod">
        <pc:chgData name="Sreejith Rajan" userId="ec11bca0e4bee75f" providerId="LiveId" clId="{7B4F392D-EAB3-4CE7-903E-F84869825F47}" dt="2025-10-08T05:49:14.973" v="4622" actId="47"/>
        <pc:sldMkLst>
          <pc:docMk/>
          <pc:sldMk cId="3947435229" sldId="305"/>
        </pc:sldMkLst>
      </pc:sldChg>
      <pc:sldChg chg="addSp delSp modSp add del mod">
        <pc:chgData name="Sreejith Rajan" userId="ec11bca0e4bee75f" providerId="LiveId" clId="{7B4F392D-EAB3-4CE7-903E-F84869825F47}" dt="2025-10-13T14:26:33.727" v="5953" actId="47"/>
        <pc:sldMkLst>
          <pc:docMk/>
          <pc:sldMk cId="4264035287" sldId="306"/>
        </pc:sldMkLst>
      </pc:sldChg>
      <pc:sldChg chg="addSp delSp modSp add del mod">
        <pc:chgData name="Sreejith Rajan" userId="ec11bca0e4bee75f" providerId="LiveId" clId="{7B4F392D-EAB3-4CE7-903E-F84869825F47}" dt="2025-10-13T14:25:55.103" v="5943" actId="47"/>
        <pc:sldMkLst>
          <pc:docMk/>
          <pc:sldMk cId="3122419039" sldId="307"/>
        </pc:sldMkLst>
      </pc:sldChg>
      <pc:sldChg chg="addSp delSp modSp add del mod">
        <pc:chgData name="Sreejith Rajan" userId="ec11bca0e4bee75f" providerId="LiveId" clId="{7B4F392D-EAB3-4CE7-903E-F84869825F47}" dt="2025-10-13T14:25:59.499" v="5944" actId="47"/>
        <pc:sldMkLst>
          <pc:docMk/>
          <pc:sldMk cId="4003320701" sldId="308"/>
        </pc:sldMkLst>
      </pc:sldChg>
      <pc:sldChg chg="addSp delSp modSp add del mod">
        <pc:chgData name="Sreejith Rajan" userId="ec11bca0e4bee75f" providerId="LiveId" clId="{7B4F392D-EAB3-4CE7-903E-F84869825F47}" dt="2025-10-13T14:26:02.485" v="5945" actId="47"/>
        <pc:sldMkLst>
          <pc:docMk/>
          <pc:sldMk cId="2237710589" sldId="309"/>
        </pc:sldMkLst>
      </pc:sldChg>
      <pc:sldChg chg="addSp delSp modSp add del mod ord">
        <pc:chgData name="Sreejith Rajan" userId="ec11bca0e4bee75f" providerId="LiveId" clId="{7B4F392D-EAB3-4CE7-903E-F84869825F47}" dt="2025-10-15T13:08:27.521" v="6238" actId="14100"/>
        <pc:sldMkLst>
          <pc:docMk/>
          <pc:sldMk cId="1438249901" sldId="310"/>
        </pc:sldMkLst>
        <pc:spChg chg="mod">
          <ac:chgData name="Sreejith Rajan" userId="ec11bca0e4bee75f" providerId="LiveId" clId="{7B4F392D-EAB3-4CE7-903E-F84869825F47}" dt="2025-10-06T12:55:12.652" v="4583" actId="5793"/>
          <ac:spMkLst>
            <pc:docMk/>
            <pc:sldMk cId="1438249901" sldId="310"/>
            <ac:spMk id="2" creationId="{0545BD21-A9FB-C87C-6FF7-E8F14B767E28}"/>
          </ac:spMkLst>
        </pc:spChg>
        <pc:spChg chg="mod">
          <ac:chgData name="Sreejith Rajan" userId="ec11bca0e4bee75f" providerId="LiveId" clId="{7B4F392D-EAB3-4CE7-903E-F84869825F47}" dt="2025-10-13T13:30:27.212" v="5893" actId="20577"/>
          <ac:spMkLst>
            <pc:docMk/>
            <pc:sldMk cId="1438249901" sldId="310"/>
            <ac:spMk id="3" creationId="{81FBEAC1-5C44-3BF3-C4C6-F8BD52CC6144}"/>
          </ac:spMkLst>
        </pc:spChg>
        <pc:picChg chg="add mod">
          <ac:chgData name="Sreejith Rajan" userId="ec11bca0e4bee75f" providerId="LiveId" clId="{7B4F392D-EAB3-4CE7-903E-F84869825F47}" dt="2025-10-15T13:08:27.521" v="6238" actId="14100"/>
          <ac:picMkLst>
            <pc:docMk/>
            <pc:sldMk cId="1438249901" sldId="310"/>
            <ac:picMk id="6" creationId="{2F13FCF5-42B6-1951-C41C-BA1F46CD8BD1}"/>
          </ac:picMkLst>
        </pc:picChg>
        <pc:picChg chg="add del mod">
          <ac:chgData name="Sreejith Rajan" userId="ec11bca0e4bee75f" providerId="LiveId" clId="{7B4F392D-EAB3-4CE7-903E-F84869825F47}" dt="2025-10-15T13:08:21.534" v="6237" actId="478"/>
          <ac:picMkLst>
            <pc:docMk/>
            <pc:sldMk cId="1438249901" sldId="310"/>
            <ac:picMk id="8" creationId="{ACDE1F7D-5B41-B9DF-BD1B-C4264EA0BC81}"/>
          </ac:picMkLst>
        </pc:picChg>
        <pc:picChg chg="add del mod">
          <ac:chgData name="Sreejith Rajan" userId="ec11bca0e4bee75f" providerId="LiveId" clId="{7B4F392D-EAB3-4CE7-903E-F84869825F47}" dt="2025-10-15T13:07:40.923" v="6235" actId="478"/>
          <ac:picMkLst>
            <pc:docMk/>
            <pc:sldMk cId="1438249901" sldId="310"/>
            <ac:picMk id="10" creationId="{F3D55F4A-C4F9-9046-729F-00B15593AD48}"/>
          </ac:picMkLst>
        </pc:picChg>
      </pc:sldChg>
      <pc:sldChg chg="add del">
        <pc:chgData name="Sreejith Rajan" userId="ec11bca0e4bee75f" providerId="LiveId" clId="{7B4F392D-EAB3-4CE7-903E-F84869825F47}" dt="2025-10-06T12:54:14.233" v="4546" actId="47"/>
        <pc:sldMkLst>
          <pc:docMk/>
          <pc:sldMk cId="4077827766" sldId="310"/>
        </pc:sldMkLst>
      </pc:sldChg>
      <pc:sldChg chg="modSp add del mod">
        <pc:chgData name="Sreejith Rajan" userId="ec11bca0e4bee75f" providerId="LiveId" clId="{7B4F392D-EAB3-4CE7-903E-F84869825F47}" dt="2025-10-15T13:06:52.495" v="6224" actId="47"/>
        <pc:sldMkLst>
          <pc:docMk/>
          <pc:sldMk cId="283639753" sldId="311"/>
        </pc:sldMkLst>
        <pc:spChg chg="mod">
          <ac:chgData name="Sreejith Rajan" userId="ec11bca0e4bee75f" providerId="LiveId" clId="{7B4F392D-EAB3-4CE7-903E-F84869825F47}" dt="2025-10-13T12:14:10.093" v="5356" actId="20577"/>
          <ac:spMkLst>
            <pc:docMk/>
            <pc:sldMk cId="283639753" sldId="311"/>
            <ac:spMk id="54" creationId="{759C4512-E9E3-1EBD-F4B1-FDCC6E08015A}"/>
          </ac:spMkLst>
        </pc:spChg>
        <pc:spChg chg="mod">
          <ac:chgData name="Sreejith Rajan" userId="ec11bca0e4bee75f" providerId="LiveId" clId="{7B4F392D-EAB3-4CE7-903E-F84869825F47}" dt="2025-10-13T14:52:19.448" v="6169" actId="207"/>
          <ac:spMkLst>
            <pc:docMk/>
            <pc:sldMk cId="283639753" sldId="311"/>
            <ac:spMk id="55" creationId="{968DEF2F-D17C-A505-E33D-4CD30E54F3C7}"/>
          </ac:spMkLst>
        </pc:spChg>
      </pc:sldChg>
      <pc:sldChg chg="addSp delSp modSp add del mod">
        <pc:chgData name="Sreejith Rajan" userId="ec11bca0e4bee75f" providerId="LiveId" clId="{7B4F392D-EAB3-4CE7-903E-F84869825F47}" dt="2025-10-08T05:49:18.592" v="4624" actId="47"/>
        <pc:sldMkLst>
          <pc:docMk/>
          <pc:sldMk cId="3564116750" sldId="311"/>
        </pc:sldMkLst>
      </pc:sldChg>
      <pc:sldChg chg="modSp add del mod">
        <pc:chgData name="Sreejith Rajan" userId="ec11bca0e4bee75f" providerId="LiveId" clId="{7B4F392D-EAB3-4CE7-903E-F84869825F47}" dt="2025-10-15T13:07:15.446" v="6228" actId="47"/>
        <pc:sldMkLst>
          <pc:docMk/>
          <pc:sldMk cId="4188789299" sldId="312"/>
        </pc:sldMkLst>
      </pc:sldChg>
      <pc:sldChg chg="addSp delSp modSp add del mod">
        <pc:chgData name="Sreejith Rajan" userId="ec11bca0e4bee75f" providerId="LiveId" clId="{7B4F392D-EAB3-4CE7-903E-F84869825F47}" dt="2025-10-15T13:07:17.019" v="6229" actId="47"/>
        <pc:sldMkLst>
          <pc:docMk/>
          <pc:sldMk cId="760616594" sldId="313"/>
        </pc:sldMkLst>
      </pc:sldChg>
      <pc:sldChg chg="delSp modSp add del mod">
        <pc:chgData name="Sreejith Rajan" userId="ec11bca0e4bee75f" providerId="LiveId" clId="{7B4F392D-EAB3-4CE7-903E-F84869825F47}" dt="2025-10-15T13:07:18.102" v="6230" actId="47"/>
        <pc:sldMkLst>
          <pc:docMk/>
          <pc:sldMk cId="4279120061" sldId="314"/>
        </pc:sldMkLst>
      </pc:sldChg>
      <pc:sldChg chg="addSp delSp modSp add del mod">
        <pc:chgData name="Sreejith Rajan" userId="ec11bca0e4bee75f" providerId="LiveId" clId="{7B4F392D-EAB3-4CE7-903E-F84869825F47}" dt="2025-10-15T13:07:18.658" v="6231" actId="47"/>
        <pc:sldMkLst>
          <pc:docMk/>
          <pc:sldMk cId="318710655" sldId="315"/>
        </pc:sldMkLst>
      </pc:sldChg>
      <pc:sldChg chg="addSp delSp modSp add del mod">
        <pc:chgData name="Sreejith Rajan" userId="ec11bca0e4bee75f" providerId="LiveId" clId="{7B4F392D-EAB3-4CE7-903E-F84869825F47}" dt="2025-10-15T13:07:19.129" v="6232" actId="47"/>
        <pc:sldMkLst>
          <pc:docMk/>
          <pc:sldMk cId="1467405760" sldId="316"/>
        </pc:sldMkLst>
      </pc:sldChg>
      <pc:sldChg chg="addSp delSp modSp add del mod">
        <pc:chgData name="Sreejith Rajan" userId="ec11bca0e4bee75f" providerId="LiveId" clId="{7B4F392D-EAB3-4CE7-903E-F84869825F47}" dt="2025-10-15T13:07:19.666" v="6233" actId="47"/>
        <pc:sldMkLst>
          <pc:docMk/>
          <pc:sldMk cId="2737292630" sldId="317"/>
        </pc:sldMkLst>
      </pc:sldChg>
      <pc:sldChg chg="addSp delSp modSp add del mod">
        <pc:chgData name="Sreejith Rajan" userId="ec11bca0e4bee75f" providerId="LiveId" clId="{7B4F392D-EAB3-4CE7-903E-F84869825F47}" dt="2025-10-15T13:07:20.414" v="6234" actId="47"/>
        <pc:sldMkLst>
          <pc:docMk/>
          <pc:sldMk cId="386252816" sldId="318"/>
        </pc:sldMkLst>
      </pc:sldChg>
      <pc:sldChg chg="modSp add del mod">
        <pc:chgData name="Sreejith Rajan" userId="ec11bca0e4bee75f" providerId="LiveId" clId="{7B4F392D-EAB3-4CE7-903E-F84869825F47}" dt="2025-10-15T13:06:18.926" v="6206" actId="47"/>
        <pc:sldMkLst>
          <pc:docMk/>
          <pc:sldMk cId="3994397573" sldId="319"/>
        </pc:sldMkLst>
      </pc:sldChg>
      <pc:sldChg chg="new del">
        <pc:chgData name="Sreejith Rajan" userId="ec11bca0e4bee75f" providerId="LiveId" clId="{7B4F392D-EAB3-4CE7-903E-F84869825F47}" dt="2025-10-13T13:24:03.728" v="5698" actId="680"/>
        <pc:sldMkLst>
          <pc:docMk/>
          <pc:sldMk cId="904723401" sldId="320"/>
        </pc:sldMkLst>
      </pc:sldChg>
      <pc:sldChg chg="delSp modSp add mod">
        <pc:chgData name="Sreejith Rajan" userId="ec11bca0e4bee75f" providerId="LiveId" clId="{7B4F392D-EAB3-4CE7-903E-F84869825F47}" dt="2025-10-15T13:27:41.350" v="6409" actId="14100"/>
        <pc:sldMkLst>
          <pc:docMk/>
          <pc:sldMk cId="3204882592" sldId="320"/>
        </pc:sldMkLst>
        <pc:picChg chg="mod">
          <ac:chgData name="Sreejith Rajan" userId="ec11bca0e4bee75f" providerId="LiveId" clId="{7B4F392D-EAB3-4CE7-903E-F84869825F47}" dt="2025-10-15T13:27:41.350" v="6409" actId="14100"/>
          <ac:picMkLst>
            <pc:docMk/>
            <pc:sldMk cId="3204882592" sldId="320"/>
            <ac:picMk id="10" creationId="{F5628833-49E6-C01E-8AF7-8DD848DEEA9F}"/>
          </ac:picMkLst>
        </pc:picChg>
      </pc:sldChg>
      <pc:sldChg chg="add del ord">
        <pc:chgData name="Sreejith Rajan" userId="ec11bca0e4bee75f" providerId="LiveId" clId="{7B4F392D-EAB3-4CE7-903E-F84869825F47}" dt="2025-10-13T14:26:17.623" v="5949" actId="47"/>
        <pc:sldMkLst>
          <pc:docMk/>
          <pc:sldMk cId="366040641" sldId="321"/>
        </pc:sldMkLst>
      </pc:sldChg>
      <pc:sldChg chg="addSp modSp add mod ord">
        <pc:chgData name="Sreejith Rajan" userId="ec11bca0e4bee75f" providerId="LiveId" clId="{7B4F392D-EAB3-4CE7-903E-F84869825F47}" dt="2025-10-15T13:28:12.914" v="6411" actId="207"/>
        <pc:sldMkLst>
          <pc:docMk/>
          <pc:sldMk cId="1199149366" sldId="321"/>
        </pc:sldMkLst>
        <pc:spChg chg="add mod">
          <ac:chgData name="Sreejith Rajan" userId="ec11bca0e4bee75f" providerId="LiveId" clId="{7B4F392D-EAB3-4CE7-903E-F84869825F47}" dt="2025-10-15T13:28:12.914" v="6411" actId="207"/>
          <ac:spMkLst>
            <pc:docMk/>
            <pc:sldMk cId="1199149366" sldId="321"/>
            <ac:spMk id="3" creationId="{FCE97B46-EEFF-03D8-9215-0097CD25C94F}"/>
          </ac:spMkLst>
        </pc:spChg>
        <pc:spChg chg="mod">
          <ac:chgData name="Sreejith Rajan" userId="ec11bca0e4bee75f" providerId="LiveId" clId="{7B4F392D-EAB3-4CE7-903E-F84869825F47}" dt="2025-10-13T14:26:51.078" v="5988" actId="20577"/>
          <ac:spMkLst>
            <pc:docMk/>
            <pc:sldMk cId="1199149366" sldId="321"/>
            <ac:spMk id="54" creationId="{4C836891-B76E-2C0F-A35B-C7226E1C571E}"/>
          </ac:spMkLst>
        </pc:spChg>
        <pc:spChg chg="mod">
          <ac:chgData name="Sreejith Rajan" userId="ec11bca0e4bee75f" providerId="LiveId" clId="{7B4F392D-EAB3-4CE7-903E-F84869825F47}" dt="2025-10-13T14:27:54.262" v="6109" actId="20577"/>
          <ac:spMkLst>
            <pc:docMk/>
            <pc:sldMk cId="1199149366" sldId="321"/>
            <ac:spMk id="55" creationId="{991381E5-D72E-3B4B-7D46-6923BB552066}"/>
          </ac:spMkLst>
        </pc:spChg>
      </pc:sldChg>
      <pc:sldMasterChg chg="delSldLayout">
        <pc:chgData name="Sreejith Rajan" userId="ec11bca0e4bee75f" providerId="LiveId" clId="{7B4F392D-EAB3-4CE7-903E-F84869825F47}" dt="2025-09-26T13:36:35.786" v="1820" actId="47"/>
        <pc:sldMasterMkLst>
          <pc:docMk/>
          <pc:sldMasterMk cId="0" sldId="2147483654"/>
        </pc:sldMasterMkLst>
        <pc:sldLayoutChg chg="del">
          <pc:chgData name="Sreejith Rajan" userId="ec11bca0e4bee75f" providerId="LiveId" clId="{7B4F392D-EAB3-4CE7-903E-F84869825F47}" dt="2025-09-26T13:36:35.786" v="1820" actId="47"/>
          <pc:sldLayoutMkLst>
            <pc:docMk/>
            <pc:sldMasterMk cId="0" sldId="2147483654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2C949A3-4050-873F-EAEC-29CCF3778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48B8E342-9D83-0A96-B0BF-6B69F155E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78DABD12-CED6-19CC-19A4-D94EA466E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139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3FDAB03-9A7A-DEA8-9D7F-B7D716E12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A1FDC6E6-CDCB-28E9-3380-F747407986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6DBD0479-91DF-9994-9C4F-BC75059E35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990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7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LM 35 Temperature Sensor -ADC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4205BA6-BB68-AC97-3D0D-6889FA03B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759C4512-E9E3-1EBD-F4B1-FDCC6E0801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ADC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968DEF2F-D17C-A505-E33D-4CD30E54F3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869950" lvl="1" indent="-285750">
              <a:buSzPts val="2000"/>
            </a:pPr>
            <a:r>
              <a:rPr lang="en-US" sz="1800" b="1" dirty="0"/>
              <a:t>Digital Value = (V</a:t>
            </a:r>
            <a:r>
              <a:rPr lang="en-US" sz="1800" b="1" baseline="-25000" dirty="0"/>
              <a:t>is </a:t>
            </a:r>
            <a:r>
              <a:rPr lang="en-US" sz="1800" b="1" dirty="0"/>
              <a:t>/ A</a:t>
            </a:r>
            <a:r>
              <a:rPr lang="en-US" sz="1800" b="1" baseline="-25000" dirty="0"/>
              <a:t>ref</a:t>
            </a:r>
            <a:r>
              <a:rPr lang="en-US" sz="1800" b="1" dirty="0"/>
              <a:t>) x 1024</a:t>
            </a:r>
          </a:p>
          <a:p>
            <a:pPr marL="869950" lvl="1" indent="-285750">
              <a:buSzPts val="2000"/>
            </a:pPr>
            <a:endParaRPr lang="en-US" sz="1800" b="1" dirty="0"/>
          </a:p>
          <a:p>
            <a:pPr marL="869950" lvl="1" indent="-285750">
              <a:buSzPts val="2000"/>
            </a:pPr>
            <a:r>
              <a:rPr lang="en-US" sz="1800" b="1" dirty="0"/>
              <a:t>Eg : if V</a:t>
            </a:r>
            <a:r>
              <a:rPr lang="en-US" sz="1800" b="1" baseline="-25000" dirty="0"/>
              <a:t>is</a:t>
            </a:r>
            <a:r>
              <a:rPr lang="en-US" sz="1800" b="1" dirty="0"/>
              <a:t>= 2v  and A</a:t>
            </a:r>
            <a:r>
              <a:rPr lang="en-US" sz="1800" b="1" baseline="-25000" dirty="0"/>
              <a:t>ref</a:t>
            </a:r>
            <a:r>
              <a:rPr lang="en-US" sz="1800" b="1" dirty="0"/>
              <a:t>= 5v</a:t>
            </a:r>
          </a:p>
          <a:p>
            <a:pPr marL="869950" lvl="1" indent="-285750">
              <a:buSzPts val="2000"/>
            </a:pPr>
            <a:endParaRPr lang="en-US" sz="1800" b="1" dirty="0"/>
          </a:p>
          <a:p>
            <a:pPr marL="584200" lvl="1" indent="0">
              <a:buSzPts val="2000"/>
              <a:buNone/>
            </a:pPr>
            <a:r>
              <a:rPr lang="en-US" sz="1800" b="1" dirty="0"/>
              <a:t>Digital Value = (2/5) x1024 </a:t>
            </a:r>
          </a:p>
          <a:p>
            <a:pPr marL="584200" lvl="1" indent="0">
              <a:buSzPts val="2000"/>
              <a:buNone/>
            </a:pPr>
            <a:endParaRPr lang="en-US" sz="1800" b="1" dirty="0"/>
          </a:p>
          <a:p>
            <a:pPr marL="584200" lvl="1" indent="0">
              <a:buSzPts val="2000"/>
              <a:buNone/>
            </a:pPr>
            <a:r>
              <a:rPr lang="en-US" sz="1800" b="1" dirty="0"/>
              <a:t>		  =  409</a:t>
            </a:r>
          </a:p>
          <a:p>
            <a:pPr marL="584200" lvl="1" indent="0">
              <a:buSzPts val="2000"/>
              <a:buNone/>
            </a:pPr>
            <a:endParaRPr lang="en-US" sz="1800" b="1" dirty="0"/>
          </a:p>
          <a:p>
            <a:pPr marL="584200" lvl="1" indent="0">
              <a:buSzPts val="2000"/>
              <a:buNone/>
            </a:pPr>
            <a:r>
              <a:rPr lang="en-US" sz="1800" b="1" dirty="0">
                <a:solidFill>
                  <a:srgbClr val="FF0000"/>
                </a:solidFill>
              </a:rPr>
              <a:t>Input signal voltage = V</a:t>
            </a:r>
            <a:r>
              <a:rPr lang="en-US" sz="1800" b="1" baseline="-25000" dirty="0">
                <a:solidFill>
                  <a:srgbClr val="FF0000"/>
                </a:solidFill>
              </a:rPr>
              <a:t>is </a:t>
            </a:r>
            <a:r>
              <a:rPr lang="en-US" sz="1800" b="1" dirty="0">
                <a:solidFill>
                  <a:srgbClr val="FF0000"/>
                </a:solidFill>
              </a:rPr>
              <a:t>= (Digital Value X A</a:t>
            </a:r>
            <a:r>
              <a:rPr lang="en-US" sz="1800" b="1" baseline="-25000" dirty="0">
                <a:solidFill>
                  <a:srgbClr val="FF0000"/>
                </a:solidFill>
              </a:rPr>
              <a:t>ref </a:t>
            </a:r>
            <a:r>
              <a:rPr lang="en-US" sz="1800" b="1" dirty="0">
                <a:solidFill>
                  <a:srgbClr val="FF0000"/>
                </a:solidFill>
              </a:rPr>
              <a:t>)/1024;</a:t>
            </a:r>
          </a:p>
          <a:p>
            <a:pPr marL="869950" lvl="1" indent="-285750">
              <a:buSzPts val="2000"/>
            </a:pPr>
            <a:endParaRPr lang="en-US" sz="1800" b="1" dirty="0">
              <a:solidFill>
                <a:srgbClr val="FF0000"/>
              </a:solidFill>
            </a:endParaRPr>
          </a:p>
          <a:p>
            <a:pPr marL="869950" lvl="1" indent="-285750">
              <a:buSzPts val="2000"/>
            </a:pPr>
            <a:endParaRPr lang="en-US" sz="1800" b="1" dirty="0"/>
          </a:p>
          <a:p>
            <a:pPr marL="869950" lvl="1" indent="-285750">
              <a:buSzPts val="2000"/>
            </a:pPr>
            <a:endParaRPr lang="en-US" sz="1800" b="1" baseline="-25000" dirty="0"/>
          </a:p>
          <a:p>
            <a:pPr marL="584200" lvl="1" indent="0">
              <a:buSzPts val="2000"/>
              <a:buNone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F97E69-6801-98E0-543E-87F2D5DF8C85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3639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BEF7B-3539-1FE9-1049-2A86692B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45BD21-A9FB-C87C-6FF7-E8F14B767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FBEAC1-5C44-3BF3-C4C6-F8BD52CC6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 35 Temperature sensor with Arduino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13FCF5-42B6-1951-C41C-BA1F46CD8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829" y="867477"/>
            <a:ext cx="5905500" cy="370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49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AD934-5E04-CA72-7F4C-3D336944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C8119C-B711-752A-4096-88C8210AB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98250" y="867478"/>
            <a:ext cx="5905500" cy="3908922"/>
          </a:xfrm>
        </p:spPr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4EA8FE-8D37-8F99-A7A7-1EBABB343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LM 35 Temperature sensor with Arduino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628833-49E6-C01E-8AF7-8DD848DEE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251" y="867478"/>
            <a:ext cx="5905500" cy="335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82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150828F-C3C2-56D9-C0D1-9DC7EF18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4C836891-B76E-2C0F-A35B-C7226E1C57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7166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Read Temperature and Display 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991381E5-D72E-3B4B-7D46-6923BB552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874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sz="1800" b="1" dirty="0"/>
              <a:t>Use basic math to convert ADC Value to Temperature </a:t>
            </a:r>
          </a:p>
          <a:p>
            <a:r>
              <a:rPr lang="en-US" b="1" dirty="0"/>
              <a:t>Use </a:t>
            </a:r>
            <a:r>
              <a:rPr lang="en-US" b="1" dirty="0" err="1"/>
              <a:t>lcd.h</a:t>
            </a:r>
            <a:r>
              <a:rPr lang="en-US" b="1" dirty="0"/>
              <a:t> and </a:t>
            </a:r>
            <a:r>
              <a:rPr lang="en-US" b="1" dirty="0" err="1"/>
              <a:t>lcd.c</a:t>
            </a:r>
            <a:r>
              <a:rPr lang="en-US" b="1" dirty="0"/>
              <a:t> to print temperature in the LCD</a:t>
            </a:r>
          </a:p>
          <a:p>
            <a:pPr lvl="1"/>
            <a:endParaRPr lang="en-US" b="1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E97B46-EEFF-03D8-9215-0097CD25C94F}"/>
              </a:ext>
            </a:extLst>
          </p:cNvPr>
          <p:cNvSpPr txBox="1"/>
          <p:nvPr/>
        </p:nvSpPr>
        <p:spPr>
          <a:xfrm>
            <a:off x="2779010" y="2330263"/>
            <a:ext cx="602731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84200" lvl="1" indent="0">
              <a:buSzPts val="2000"/>
              <a:buNone/>
            </a:pPr>
            <a:r>
              <a:rPr lang="en-US" sz="1400" b="1" dirty="0">
                <a:solidFill>
                  <a:srgbClr val="00B0F0"/>
                </a:solidFill>
              </a:rPr>
              <a:t>Input signal voltage = V</a:t>
            </a:r>
            <a:r>
              <a:rPr lang="en-US" sz="1400" b="1" baseline="-25000" dirty="0">
                <a:solidFill>
                  <a:srgbClr val="00B0F0"/>
                </a:solidFill>
              </a:rPr>
              <a:t>is </a:t>
            </a:r>
            <a:r>
              <a:rPr lang="en-US" sz="1400" b="1" dirty="0">
                <a:solidFill>
                  <a:srgbClr val="00B0F0"/>
                </a:solidFill>
              </a:rPr>
              <a:t>= (Digital Value X A</a:t>
            </a:r>
            <a:r>
              <a:rPr lang="en-US" sz="1400" b="1" baseline="-25000" dirty="0">
                <a:solidFill>
                  <a:srgbClr val="00B0F0"/>
                </a:solidFill>
              </a:rPr>
              <a:t>ref </a:t>
            </a:r>
            <a:r>
              <a:rPr lang="en-US" sz="1400" b="1" dirty="0">
                <a:solidFill>
                  <a:srgbClr val="00B0F0"/>
                </a:solidFill>
              </a:rPr>
              <a:t>)/1024;</a:t>
            </a:r>
          </a:p>
          <a:p>
            <a:pPr marL="584200" lvl="1" indent="0">
              <a:buSzPts val="2000"/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584200" lvl="1" indent="0">
              <a:buSzPts val="2000"/>
              <a:buNone/>
            </a:pPr>
            <a:r>
              <a:rPr lang="en-US" sz="1400" b="1" dirty="0">
                <a:solidFill>
                  <a:srgbClr val="00B0F0"/>
                </a:solidFill>
              </a:rPr>
              <a:t>Temperature 	</a:t>
            </a:r>
            <a:r>
              <a:rPr lang="en-US" b="1" dirty="0">
                <a:solidFill>
                  <a:srgbClr val="00B0F0"/>
                </a:solidFill>
              </a:rPr>
              <a:t>= V</a:t>
            </a:r>
            <a:r>
              <a:rPr lang="en-US" b="1" baseline="-25000" dirty="0">
                <a:solidFill>
                  <a:srgbClr val="00B0F0"/>
                </a:solidFill>
              </a:rPr>
              <a:t>is</a:t>
            </a:r>
            <a:r>
              <a:rPr lang="en-US" b="1" dirty="0">
                <a:solidFill>
                  <a:srgbClr val="00B0F0"/>
                </a:solidFill>
              </a:rPr>
              <a:t>/ 10mv  </a:t>
            </a:r>
          </a:p>
          <a:p>
            <a:pPr marL="584200" lvl="1" indent="0">
              <a:buSzPts val="2000"/>
              <a:buNone/>
            </a:pPr>
            <a:endParaRPr lang="en-US" sz="1400" b="1" dirty="0">
              <a:solidFill>
                <a:srgbClr val="00B0F0"/>
              </a:solidFill>
            </a:endParaRPr>
          </a:p>
          <a:p>
            <a:pPr marL="584200" lvl="1" indent="0">
              <a:buSzPts val="2000"/>
              <a:buNone/>
            </a:pPr>
            <a:r>
              <a:rPr lang="en-US" sz="1400" b="1" dirty="0">
                <a:solidFill>
                  <a:srgbClr val="00B0F0"/>
                </a:solidFill>
              </a:rPr>
              <a:t>		</a:t>
            </a:r>
            <a:r>
              <a:rPr lang="en-US" b="1" dirty="0">
                <a:solidFill>
                  <a:srgbClr val="00B0F0"/>
                </a:solidFill>
              </a:rPr>
              <a:t>= Digital Value X [(A</a:t>
            </a:r>
            <a:r>
              <a:rPr lang="en-US" b="1" baseline="-25000" dirty="0">
                <a:solidFill>
                  <a:srgbClr val="00B0F0"/>
                </a:solidFill>
              </a:rPr>
              <a:t>ref</a:t>
            </a:r>
            <a:r>
              <a:rPr lang="en-US" b="1" dirty="0">
                <a:solidFill>
                  <a:srgbClr val="00B0F0"/>
                </a:solidFill>
              </a:rPr>
              <a:t> X 100)/1024]</a:t>
            </a:r>
          </a:p>
          <a:p>
            <a:pPr marL="584200" lvl="1" indent="0">
              <a:buSzPts val="2000"/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584200" lvl="1" indent="0">
              <a:buSzPts val="2000"/>
              <a:buNone/>
            </a:pPr>
            <a:r>
              <a:rPr lang="en-US" sz="1400" b="1" dirty="0">
                <a:solidFill>
                  <a:srgbClr val="00B0F0"/>
                </a:solidFill>
              </a:rPr>
              <a:t>		</a:t>
            </a:r>
            <a:r>
              <a:rPr lang="en-US" b="1" dirty="0">
                <a:solidFill>
                  <a:srgbClr val="00B0F0"/>
                </a:solidFill>
              </a:rPr>
              <a:t>= Digital Value X [(5 X 100)/1024]</a:t>
            </a:r>
          </a:p>
          <a:p>
            <a:pPr marL="584200" lvl="1" indent="0">
              <a:buSzPts val="2000"/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584200" lvl="1" indent="0">
              <a:buSzPts val="2000"/>
              <a:buNone/>
            </a:pPr>
            <a:r>
              <a:rPr lang="en-US" b="1" dirty="0">
                <a:solidFill>
                  <a:srgbClr val="00B0F0"/>
                </a:solidFill>
              </a:rPr>
              <a:t>		= Digital Value X 0.488</a:t>
            </a:r>
          </a:p>
          <a:p>
            <a:pPr marL="584200" lvl="1" indent="0">
              <a:buSzPts val="2000"/>
              <a:buNone/>
            </a:pPr>
            <a:endParaRPr lang="en-US" sz="1400" b="1" dirty="0">
              <a:solidFill>
                <a:srgbClr val="FF0000"/>
              </a:solidFill>
            </a:endParaRPr>
          </a:p>
          <a:p>
            <a:pPr marL="584200" lvl="1" indent="0">
              <a:buSzPts val="2000"/>
              <a:buNone/>
            </a:pPr>
            <a:endParaRPr 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149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2426</TotalTime>
  <Words>152</Words>
  <Application>Microsoft Office PowerPoint</Application>
  <PresentationFormat>On-screen Show (16:9)</PresentationFormat>
  <Paragraphs>30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Helvetica Neue</vt:lpstr>
      <vt:lpstr>Arial</vt:lpstr>
      <vt:lpstr>Anek Malayalam</vt:lpstr>
      <vt:lpstr>Anek Malayalam SemiBold</vt:lpstr>
      <vt:lpstr>Simple Light</vt:lpstr>
      <vt:lpstr>LM 35 Temperature Sensor -ADC</vt:lpstr>
      <vt:lpstr>ADC</vt:lpstr>
      <vt:lpstr>LM 35 Temperature sensor with Arduino</vt:lpstr>
      <vt:lpstr>LM 35 Temperature sensor with Arduino</vt:lpstr>
      <vt:lpstr>Read Temperature and Display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30</cp:revision>
  <dcterms:modified xsi:type="dcterms:W3CDTF">2025-10-15T13:28:15Z</dcterms:modified>
</cp:coreProperties>
</file>